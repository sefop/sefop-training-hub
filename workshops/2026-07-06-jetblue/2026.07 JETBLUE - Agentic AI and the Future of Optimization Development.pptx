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5" r:id="rId3"/>
    <p:sldId id="276" r:id="rId4"/>
    <p:sldId id="281" r:id="rId5"/>
    <p:sldId id="259" r:id="rId6"/>
    <p:sldId id="280" r:id="rId7"/>
    <p:sldId id="282" r:id="rId8"/>
    <p:sldId id="283" r:id="rId9"/>
    <p:sldId id="284" r:id="rId10"/>
    <p:sldId id="286" r:id="rId11"/>
    <p:sldId id="287" r:id="rId12"/>
    <p:sldId id="258" r:id="rId13"/>
    <p:sldId id="274" r:id="rId14"/>
    <p:sldId id="288" r:id="rId15"/>
    <p:sldId id="271" r:id="rId16"/>
    <p:sldId id="289" r:id="rId17"/>
    <p:sldId id="285" r:id="rId18"/>
    <p:sldId id="290" r:id="rId19"/>
    <p:sldId id="291" r:id="rId20"/>
    <p:sldId id="279"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CB82BE-B1B8-4EE5-ACA9-DB0DDB5C848F}" v="370" dt="2026-04-08T15:37:07.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015" autoAdjust="0"/>
  </p:normalViewPr>
  <p:slideViewPr>
    <p:cSldViewPr snapToGrid="0" snapToObjects="1">
      <p:cViewPr varScale="1">
        <p:scale>
          <a:sx n="91" d="100"/>
          <a:sy n="91" d="100"/>
        </p:scale>
        <p:origin x="1138"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teno Smith, Francisco" userId="a00ea38b-0d5e-42e4-8f85-e159a65b10ad" providerId="ADAL" clId="{86CB82BE-B1B8-4EE5-ACA9-DB0DDB5C848F}"/>
    <pc:docChg chg="undo custSel addSld delSld modSld sldOrd">
      <pc:chgData name="Zenteno Smith, Francisco" userId="a00ea38b-0d5e-42e4-8f85-e159a65b10ad" providerId="ADAL" clId="{86CB82BE-B1B8-4EE5-ACA9-DB0DDB5C848F}" dt="2026-04-08T16:08:15.126" v="12125" actId="14100"/>
      <pc:docMkLst>
        <pc:docMk/>
      </pc:docMkLst>
      <pc:sldChg chg="modSp mod">
        <pc:chgData name="Zenteno Smith, Francisco" userId="a00ea38b-0d5e-42e4-8f85-e159a65b10ad" providerId="ADAL" clId="{86CB82BE-B1B8-4EE5-ACA9-DB0DDB5C848F}" dt="2026-04-02T20:08:56.915" v="5723" actId="113"/>
        <pc:sldMkLst>
          <pc:docMk/>
          <pc:sldMk cId="0" sldId="256"/>
        </pc:sldMkLst>
        <pc:spChg chg="mod">
          <ac:chgData name="Zenteno Smith, Francisco" userId="a00ea38b-0d5e-42e4-8f85-e159a65b10ad" providerId="ADAL" clId="{86CB82BE-B1B8-4EE5-ACA9-DB0DDB5C848F}" dt="2026-04-02T20:08:56.915" v="5723" actId="113"/>
          <ac:spMkLst>
            <pc:docMk/>
            <pc:sldMk cId="0" sldId="256"/>
            <ac:spMk id="13" creationId="{00000000-0000-0000-0000-000000000000}"/>
          </ac:spMkLst>
        </pc:spChg>
      </pc:sldChg>
      <pc:sldChg chg="del">
        <pc:chgData name="Zenteno Smith, Francisco" userId="a00ea38b-0d5e-42e4-8f85-e159a65b10ad" providerId="ADAL" clId="{86CB82BE-B1B8-4EE5-ACA9-DB0DDB5C848F}" dt="2026-04-01T21:11:48.856" v="857" actId="47"/>
        <pc:sldMkLst>
          <pc:docMk/>
          <pc:sldMk cId="0" sldId="257"/>
        </pc:sldMkLst>
      </pc:sldChg>
      <pc:sldChg chg="addSp delSp modSp mod setBg">
        <pc:chgData name="Zenteno Smith, Francisco" userId="a00ea38b-0d5e-42e4-8f85-e159a65b10ad" providerId="ADAL" clId="{86CB82BE-B1B8-4EE5-ACA9-DB0DDB5C848F}" dt="2026-04-02T20:05:54.547" v="5684"/>
        <pc:sldMkLst>
          <pc:docMk/>
          <pc:sldMk cId="0" sldId="258"/>
        </pc:sldMkLst>
        <pc:spChg chg="mod">
          <ac:chgData name="Zenteno Smith, Francisco" userId="a00ea38b-0d5e-42e4-8f85-e159a65b10ad" providerId="ADAL" clId="{86CB82BE-B1B8-4EE5-ACA9-DB0DDB5C848F}" dt="2026-04-02T14:23:18.104" v="1195" actId="6549"/>
          <ac:spMkLst>
            <pc:docMk/>
            <pc:sldMk cId="0" sldId="258"/>
            <ac:spMk id="4" creationId="{00000000-0000-0000-0000-000000000000}"/>
          </ac:spMkLst>
        </pc:spChg>
        <pc:spChg chg="mod">
          <ac:chgData name="Zenteno Smith, Francisco" userId="a00ea38b-0d5e-42e4-8f85-e159a65b10ad" providerId="ADAL" clId="{86CB82BE-B1B8-4EE5-ACA9-DB0DDB5C848F}" dt="2026-04-02T19:52:55.388" v="5186" actId="20577"/>
          <ac:spMkLst>
            <pc:docMk/>
            <pc:sldMk cId="0" sldId="258"/>
            <ac:spMk id="5" creationId="{00000000-0000-0000-0000-000000000000}"/>
          </ac:spMkLst>
        </pc:spChg>
        <pc:spChg chg="mod">
          <ac:chgData name="Zenteno Smith, Francisco" userId="a00ea38b-0d5e-42e4-8f85-e159a65b10ad" providerId="ADAL" clId="{86CB82BE-B1B8-4EE5-ACA9-DB0DDB5C848F}" dt="2026-04-01T21:15:22.934" v="898" actId="1037"/>
          <ac:spMkLst>
            <pc:docMk/>
            <pc:sldMk cId="0" sldId="258"/>
            <ac:spMk id="6" creationId="{00000000-0000-0000-0000-000000000000}"/>
          </ac:spMkLst>
        </pc:spChg>
        <pc:spChg chg="mod">
          <ac:chgData name="Zenteno Smith, Francisco" userId="a00ea38b-0d5e-42e4-8f85-e159a65b10ad" providerId="ADAL" clId="{86CB82BE-B1B8-4EE5-ACA9-DB0DDB5C848F}" dt="2026-04-01T21:15:22.934" v="898" actId="1037"/>
          <ac:spMkLst>
            <pc:docMk/>
            <pc:sldMk cId="0" sldId="258"/>
            <ac:spMk id="8"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10" creationId="{00000000-0000-0000-0000-000000000000}"/>
          </ac:spMkLst>
        </pc:spChg>
        <pc:spChg chg="mod">
          <ac:chgData name="Zenteno Smith, Francisco" userId="a00ea38b-0d5e-42e4-8f85-e159a65b10ad" providerId="ADAL" clId="{86CB82BE-B1B8-4EE5-ACA9-DB0DDB5C848F}" dt="2026-04-01T21:15:45.104" v="935" actId="1037"/>
          <ac:spMkLst>
            <pc:docMk/>
            <pc:sldMk cId="0" sldId="258"/>
            <ac:spMk id="12"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14"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15"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16"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17" creationId="{00000000-0000-0000-0000-000000000000}"/>
          </ac:spMkLst>
        </pc:spChg>
        <pc:spChg chg="mod">
          <ac:chgData name="Zenteno Smith, Francisco" userId="a00ea38b-0d5e-42e4-8f85-e159a65b10ad" providerId="ADAL" clId="{86CB82BE-B1B8-4EE5-ACA9-DB0DDB5C848F}" dt="2026-04-02T14:24:06.577" v="1219" actId="113"/>
          <ac:spMkLst>
            <pc:docMk/>
            <pc:sldMk cId="0" sldId="258"/>
            <ac:spMk id="20"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22"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23"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25" creationId="{00000000-0000-0000-0000-000000000000}"/>
          </ac:spMkLst>
        </pc:spChg>
        <pc:spChg chg="mod">
          <ac:chgData name="Zenteno Smith, Francisco" userId="a00ea38b-0d5e-42e4-8f85-e159a65b10ad" providerId="ADAL" clId="{86CB82BE-B1B8-4EE5-ACA9-DB0DDB5C848F}" dt="2026-04-02T14:24:05.678" v="1218" actId="113"/>
          <ac:spMkLst>
            <pc:docMk/>
            <pc:sldMk cId="0" sldId="258"/>
            <ac:spMk id="28"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30" creationId="{00000000-0000-0000-0000-000000000000}"/>
          </ac:spMkLst>
        </pc:spChg>
        <pc:spChg chg="mod">
          <ac:chgData name="Zenteno Smith, Francisco" userId="a00ea38b-0d5e-42e4-8f85-e159a65b10ad" providerId="ADAL" clId="{86CB82BE-B1B8-4EE5-ACA9-DB0DDB5C848F}" dt="2026-04-01T21:16:33.369" v="955" actId="1038"/>
          <ac:spMkLst>
            <pc:docMk/>
            <pc:sldMk cId="0" sldId="258"/>
            <ac:spMk id="31" creationId="{00000000-0000-0000-0000-000000000000}"/>
          </ac:spMkLst>
        </pc:spChg>
        <pc:spChg chg="mod">
          <ac:chgData name="Zenteno Smith, Francisco" userId="a00ea38b-0d5e-42e4-8f85-e159a65b10ad" providerId="ADAL" clId="{86CB82BE-B1B8-4EE5-ACA9-DB0DDB5C848F}" dt="2026-04-02T14:24:04.345" v="1217" actId="113"/>
          <ac:spMkLst>
            <pc:docMk/>
            <pc:sldMk cId="0" sldId="258"/>
            <ac:spMk id="36" creationId="{00000000-0000-0000-0000-000000000000}"/>
          </ac:spMkLst>
        </pc:spChg>
        <pc:spChg chg="mod">
          <ac:chgData name="Zenteno Smith, Francisco" userId="a00ea38b-0d5e-42e4-8f85-e159a65b10ad" providerId="ADAL" clId="{86CB82BE-B1B8-4EE5-ACA9-DB0DDB5C848F}" dt="2026-04-01T21:01:07.612" v="318" actId="1076"/>
          <ac:spMkLst>
            <pc:docMk/>
            <pc:sldMk cId="0" sldId="258"/>
            <ac:spMk id="37" creationId="{00000000-0000-0000-0000-000000000000}"/>
          </ac:spMkLst>
        </pc:spChg>
        <pc:picChg chg="mod">
          <ac:chgData name="Zenteno Smith, Francisco" userId="a00ea38b-0d5e-42e4-8f85-e159a65b10ad" providerId="ADAL" clId="{86CB82BE-B1B8-4EE5-ACA9-DB0DDB5C848F}" dt="2026-04-01T21:15:22.934" v="898" actId="1037"/>
          <ac:picMkLst>
            <pc:docMk/>
            <pc:sldMk cId="0" sldId="258"/>
            <ac:picMk id="7" creationId="{00000000-0000-0000-0000-000000000000}"/>
          </ac:picMkLst>
        </pc:picChg>
        <pc:picChg chg="mod">
          <ac:chgData name="Zenteno Smith, Francisco" userId="a00ea38b-0d5e-42e4-8f85-e159a65b10ad" providerId="ADAL" clId="{86CB82BE-B1B8-4EE5-ACA9-DB0DDB5C848F}" dt="2026-04-01T21:15:45.104" v="935" actId="1037"/>
          <ac:picMkLst>
            <pc:docMk/>
            <pc:sldMk cId="0" sldId="258"/>
            <ac:picMk id="11" creationId="{00000000-0000-0000-0000-000000000000}"/>
          </ac:picMkLst>
        </pc:picChg>
        <pc:picChg chg="mod">
          <ac:chgData name="Zenteno Smith, Francisco" userId="a00ea38b-0d5e-42e4-8f85-e159a65b10ad" providerId="ADAL" clId="{86CB82BE-B1B8-4EE5-ACA9-DB0DDB5C848F}" dt="2026-04-01T20:53:42.132" v="7" actId="1076"/>
          <ac:picMkLst>
            <pc:docMk/>
            <pc:sldMk cId="0" sldId="258"/>
            <ac:picMk id="21" creationId="{00000000-0000-0000-0000-000000000000}"/>
          </ac:picMkLst>
        </pc:picChg>
        <pc:picChg chg="add mod">
          <ac:chgData name="Zenteno Smith, Francisco" userId="a00ea38b-0d5e-42e4-8f85-e159a65b10ad" providerId="ADAL" clId="{86CB82BE-B1B8-4EE5-ACA9-DB0DDB5C848F}" dt="2026-04-01T20:53:52.094" v="11" actId="1076"/>
          <ac:picMkLst>
            <pc:docMk/>
            <pc:sldMk cId="0" sldId="258"/>
            <ac:picMk id="38" creationId="{27FD0F4F-8050-5293-8572-175276FDEE50}"/>
          </ac:picMkLst>
        </pc:picChg>
        <pc:picChg chg="add mod">
          <ac:chgData name="Zenteno Smith, Francisco" userId="a00ea38b-0d5e-42e4-8f85-e159a65b10ad" providerId="ADAL" clId="{86CB82BE-B1B8-4EE5-ACA9-DB0DDB5C848F}" dt="2026-04-01T21:15:41.968" v="927" actId="1037"/>
          <ac:picMkLst>
            <pc:docMk/>
            <pc:sldMk cId="0" sldId="258"/>
            <ac:picMk id="39" creationId="{122780C0-7F64-4929-889F-A7FB70A26E87}"/>
          </ac:picMkLst>
        </pc:picChg>
        <pc:picChg chg="add mod">
          <ac:chgData name="Zenteno Smith, Francisco" userId="a00ea38b-0d5e-42e4-8f85-e159a65b10ad" providerId="ADAL" clId="{86CB82BE-B1B8-4EE5-ACA9-DB0DDB5C848F}" dt="2026-04-01T21:15:26.658" v="899" actId="1076"/>
          <ac:picMkLst>
            <pc:docMk/>
            <pc:sldMk cId="0" sldId="258"/>
            <ac:picMk id="40" creationId="{038D18C9-C621-2F58-5122-88CF6C7CD7F2}"/>
          </ac:picMkLst>
        </pc:picChg>
      </pc:sldChg>
      <pc:sldChg chg="delSp modSp del mod">
        <pc:chgData name="Zenteno Smith, Francisco" userId="a00ea38b-0d5e-42e4-8f85-e159a65b10ad" providerId="ADAL" clId="{86CB82BE-B1B8-4EE5-ACA9-DB0DDB5C848F}" dt="2026-04-02T18:53:45.056" v="2655" actId="47"/>
        <pc:sldMkLst>
          <pc:docMk/>
          <pc:sldMk cId="0" sldId="259"/>
        </pc:sldMkLst>
      </pc:sldChg>
      <pc:sldChg chg="addSp delSp modSp mod setBg modNotesTx">
        <pc:chgData name="Zenteno Smith, Francisco" userId="a00ea38b-0d5e-42e4-8f85-e159a65b10ad" providerId="ADAL" clId="{86CB82BE-B1B8-4EE5-ACA9-DB0DDB5C848F}" dt="2026-04-08T15:06:35.247" v="11740"/>
        <pc:sldMkLst>
          <pc:docMk/>
          <pc:sldMk cId="0" sldId="260"/>
        </pc:sldMkLst>
        <pc:spChg chg="mod">
          <ac:chgData name="Zenteno Smith, Francisco" userId="a00ea38b-0d5e-42e4-8f85-e159a65b10ad" providerId="ADAL" clId="{86CB82BE-B1B8-4EE5-ACA9-DB0DDB5C848F}" dt="2026-04-06T19:21:21.703" v="9907" actId="1076"/>
          <ac:spMkLst>
            <pc:docMk/>
            <pc:sldMk cId="0" sldId="260"/>
            <ac:spMk id="4" creationId="{00000000-0000-0000-0000-000000000000}"/>
          </ac:spMkLst>
        </pc:spChg>
        <pc:spChg chg="add mod">
          <ac:chgData name="Zenteno Smith, Francisco" userId="a00ea38b-0d5e-42e4-8f85-e159a65b10ad" providerId="ADAL" clId="{86CB82BE-B1B8-4EE5-ACA9-DB0DDB5C848F}" dt="2026-04-06T19:13:23.439" v="9712" actId="6549"/>
          <ac:spMkLst>
            <pc:docMk/>
            <pc:sldMk cId="0" sldId="260"/>
            <ac:spMk id="5" creationId="{10DDBE11-9155-7ABF-52FD-2AB6AB02C7FC}"/>
          </ac:spMkLst>
        </pc:spChg>
        <pc:spChg chg="add mod">
          <ac:chgData name="Zenteno Smith, Francisco" userId="a00ea38b-0d5e-42e4-8f85-e159a65b10ad" providerId="ADAL" clId="{86CB82BE-B1B8-4EE5-ACA9-DB0DDB5C848F}" dt="2026-04-06T19:24:33.656" v="9952" actId="14100"/>
          <ac:spMkLst>
            <pc:docMk/>
            <pc:sldMk cId="0" sldId="260"/>
            <ac:spMk id="6" creationId="{B0EA0F91-9AEB-8DF8-65F2-2C2D7558AF7E}"/>
          </ac:spMkLst>
        </pc:spChg>
        <pc:spChg chg="add mod">
          <ac:chgData name="Zenteno Smith, Francisco" userId="a00ea38b-0d5e-42e4-8f85-e159a65b10ad" providerId="ADAL" clId="{86CB82BE-B1B8-4EE5-ACA9-DB0DDB5C848F}" dt="2026-04-06T19:22:51.333" v="9930" actId="164"/>
          <ac:spMkLst>
            <pc:docMk/>
            <pc:sldMk cId="0" sldId="260"/>
            <ac:spMk id="7" creationId="{C83D14BE-71AC-DF68-EF20-9E21EF9D7BE8}"/>
          </ac:spMkLst>
        </pc:spChg>
        <pc:spChg chg="mod">
          <ac:chgData name="Zenteno Smith, Francisco" userId="a00ea38b-0d5e-42e4-8f85-e159a65b10ad" providerId="ADAL" clId="{86CB82BE-B1B8-4EE5-ACA9-DB0DDB5C848F}" dt="2026-04-06T19:20:08.145" v="9895" actId="1035"/>
          <ac:spMkLst>
            <pc:docMk/>
            <pc:sldMk cId="0" sldId="260"/>
            <ac:spMk id="8" creationId="{00000000-0000-0000-0000-000000000000}"/>
          </ac:spMkLst>
        </pc:spChg>
        <pc:spChg chg="add mod">
          <ac:chgData name="Zenteno Smith, Francisco" userId="a00ea38b-0d5e-42e4-8f85-e159a65b10ad" providerId="ADAL" clId="{86CB82BE-B1B8-4EE5-ACA9-DB0DDB5C848F}" dt="2026-04-08T15:06:35.247" v="11740"/>
          <ac:spMkLst>
            <pc:docMk/>
            <pc:sldMk cId="0" sldId="260"/>
            <ac:spMk id="9" creationId="{10022F30-F5B7-BC74-BE4F-42122C92CF3A}"/>
          </ac:spMkLst>
        </pc:spChg>
        <pc:spChg chg="add del mod">
          <ac:chgData name="Zenteno Smith, Francisco" userId="a00ea38b-0d5e-42e4-8f85-e159a65b10ad" providerId="ADAL" clId="{86CB82BE-B1B8-4EE5-ACA9-DB0DDB5C848F}" dt="2026-04-06T19:20:08.145" v="9895" actId="1035"/>
          <ac:spMkLst>
            <pc:docMk/>
            <pc:sldMk cId="0" sldId="260"/>
            <ac:spMk id="10" creationId="{00000000-0000-0000-0000-000000000000}"/>
          </ac:spMkLst>
        </pc:spChg>
        <pc:spChg chg="mod">
          <ac:chgData name="Zenteno Smith, Francisco" userId="a00ea38b-0d5e-42e4-8f85-e159a65b10ad" providerId="ADAL" clId="{86CB82BE-B1B8-4EE5-ACA9-DB0DDB5C848F}" dt="2026-04-06T19:20:08.145" v="9895" actId="1035"/>
          <ac:spMkLst>
            <pc:docMk/>
            <pc:sldMk cId="0" sldId="260"/>
            <ac:spMk id="12" creationId="{00000000-0000-0000-0000-000000000000}"/>
          </ac:spMkLst>
        </pc:spChg>
        <pc:spChg chg="mod">
          <ac:chgData name="Zenteno Smith, Francisco" userId="a00ea38b-0d5e-42e4-8f85-e159a65b10ad" providerId="ADAL" clId="{86CB82BE-B1B8-4EE5-ACA9-DB0DDB5C848F}" dt="2026-04-06T19:19:38.684" v="9856" actId="14100"/>
          <ac:spMkLst>
            <pc:docMk/>
            <pc:sldMk cId="0" sldId="260"/>
            <ac:spMk id="14" creationId="{00000000-0000-0000-0000-000000000000}"/>
          </ac:spMkLst>
        </pc:spChg>
        <pc:spChg chg="mod">
          <ac:chgData name="Zenteno Smith, Francisco" userId="a00ea38b-0d5e-42e4-8f85-e159a65b10ad" providerId="ADAL" clId="{86CB82BE-B1B8-4EE5-ACA9-DB0DDB5C848F}" dt="2026-04-02T18:58:51.911" v="2689" actId="207"/>
          <ac:spMkLst>
            <pc:docMk/>
            <pc:sldMk cId="0" sldId="260"/>
            <ac:spMk id="15" creationId="{00000000-0000-0000-0000-000000000000}"/>
          </ac:spMkLst>
        </pc:spChg>
        <pc:spChg chg="mod">
          <ac:chgData name="Zenteno Smith, Francisco" userId="a00ea38b-0d5e-42e4-8f85-e159a65b10ad" providerId="ADAL" clId="{86CB82BE-B1B8-4EE5-ACA9-DB0DDB5C848F}" dt="2026-04-02T19:08:41.735" v="2943" actId="20577"/>
          <ac:spMkLst>
            <pc:docMk/>
            <pc:sldMk cId="0" sldId="260"/>
            <ac:spMk id="17"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18"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19"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20" creationId="{00000000-0000-0000-0000-000000000000}"/>
          </ac:spMkLst>
        </pc:spChg>
        <pc:spChg chg="mod">
          <ac:chgData name="Zenteno Smith, Francisco" userId="a00ea38b-0d5e-42e4-8f85-e159a65b10ad" providerId="ADAL" clId="{86CB82BE-B1B8-4EE5-ACA9-DB0DDB5C848F}" dt="2026-04-02T19:23:46.795" v="3874" actId="20577"/>
          <ac:spMkLst>
            <pc:docMk/>
            <pc:sldMk cId="0" sldId="260"/>
            <ac:spMk id="21" creationId="{00000000-0000-0000-0000-000000000000}"/>
          </ac:spMkLst>
        </pc:spChg>
        <pc:spChg chg="add mod">
          <ac:chgData name="Zenteno Smith, Francisco" userId="a00ea38b-0d5e-42e4-8f85-e159a65b10ad" providerId="ADAL" clId="{86CB82BE-B1B8-4EE5-ACA9-DB0DDB5C848F}" dt="2026-04-06T19:22:51.333" v="9930" actId="164"/>
          <ac:spMkLst>
            <pc:docMk/>
            <pc:sldMk cId="0" sldId="260"/>
            <ac:spMk id="22" creationId="{FBA6D7E8-4221-6212-5B69-BCCC0D5044CF}"/>
          </ac:spMkLst>
        </pc:spChg>
        <pc:spChg chg="mod">
          <ac:chgData name="Zenteno Smith, Francisco" userId="a00ea38b-0d5e-42e4-8f85-e159a65b10ad" providerId="ADAL" clId="{86CB82BE-B1B8-4EE5-ACA9-DB0DDB5C848F}" dt="2026-04-06T19:19:35.010" v="9855" actId="14100"/>
          <ac:spMkLst>
            <pc:docMk/>
            <pc:sldMk cId="0" sldId="260"/>
            <ac:spMk id="23"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24" creationId="{00000000-0000-0000-0000-000000000000}"/>
          </ac:spMkLst>
        </pc:spChg>
        <pc:spChg chg="mod">
          <ac:chgData name="Zenteno Smith, Francisco" userId="a00ea38b-0d5e-42e4-8f85-e159a65b10ad" providerId="ADAL" clId="{86CB82BE-B1B8-4EE5-ACA9-DB0DDB5C848F}" dt="2026-04-02T17:23:39.849" v="2653" actId="1038"/>
          <ac:spMkLst>
            <pc:docMk/>
            <pc:sldMk cId="0" sldId="260"/>
            <ac:spMk id="25"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26"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28"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29" creationId="{00000000-0000-0000-0000-000000000000}"/>
          </ac:spMkLst>
        </pc:spChg>
        <pc:spChg chg="mod">
          <ac:chgData name="Zenteno Smith, Francisco" userId="a00ea38b-0d5e-42e4-8f85-e159a65b10ad" providerId="ADAL" clId="{86CB82BE-B1B8-4EE5-ACA9-DB0DDB5C848F}" dt="2026-04-06T19:19:43.715" v="9865" actId="1036"/>
          <ac:spMkLst>
            <pc:docMk/>
            <pc:sldMk cId="0" sldId="260"/>
            <ac:spMk id="30" creationId="{00000000-0000-0000-0000-000000000000}"/>
          </ac:spMkLst>
        </pc:spChg>
        <pc:spChg chg="mod">
          <ac:chgData name="Zenteno Smith, Francisco" userId="a00ea38b-0d5e-42e4-8f85-e159a65b10ad" providerId="ADAL" clId="{86CB82BE-B1B8-4EE5-ACA9-DB0DDB5C848F}" dt="2026-04-02T19:28:29.698" v="4132" actId="20577"/>
          <ac:spMkLst>
            <pc:docMk/>
            <pc:sldMk cId="0" sldId="260"/>
            <ac:spMk id="31" creationId="{00000000-0000-0000-0000-000000000000}"/>
          </ac:spMkLst>
        </pc:spChg>
        <pc:spChg chg="mod">
          <ac:chgData name="Zenteno Smith, Francisco" userId="a00ea38b-0d5e-42e4-8f85-e159a65b10ad" providerId="ADAL" clId="{86CB82BE-B1B8-4EE5-ACA9-DB0DDB5C848F}" dt="2026-04-02T18:58:39.414" v="2687" actId="208"/>
          <ac:spMkLst>
            <pc:docMk/>
            <pc:sldMk cId="0" sldId="260"/>
            <ac:spMk id="33" creationId="{00000000-0000-0000-0000-000000000000}"/>
          </ac:spMkLst>
        </pc:spChg>
        <pc:spChg chg="mod">
          <ac:chgData name="Zenteno Smith, Francisco" userId="a00ea38b-0d5e-42e4-8f85-e159a65b10ad" providerId="ADAL" clId="{86CB82BE-B1B8-4EE5-ACA9-DB0DDB5C848F}" dt="2026-04-02T18:58:55.708" v="2690" actId="207"/>
          <ac:spMkLst>
            <pc:docMk/>
            <pc:sldMk cId="0" sldId="260"/>
            <ac:spMk id="34" creationId="{00000000-0000-0000-0000-000000000000}"/>
          </ac:spMkLst>
        </pc:spChg>
        <pc:spChg chg="mod">
          <ac:chgData name="Zenteno Smith, Francisco" userId="a00ea38b-0d5e-42e4-8f85-e159a65b10ad" providerId="ADAL" clId="{86CB82BE-B1B8-4EE5-ACA9-DB0DDB5C848F}" dt="2026-04-02T19:08:39.386" v="2941" actId="20577"/>
          <ac:spMkLst>
            <pc:docMk/>
            <pc:sldMk cId="0" sldId="260"/>
            <ac:spMk id="36" creationId="{00000000-0000-0000-0000-000000000000}"/>
          </ac:spMkLst>
        </pc:spChg>
        <pc:spChg chg="mod">
          <ac:chgData name="Zenteno Smith, Francisco" userId="a00ea38b-0d5e-42e4-8f85-e159a65b10ad" providerId="ADAL" clId="{86CB82BE-B1B8-4EE5-ACA9-DB0DDB5C848F}" dt="2026-04-02T17:23:39.849" v="2653" actId="1038"/>
          <ac:spMkLst>
            <pc:docMk/>
            <pc:sldMk cId="0" sldId="260"/>
            <ac:spMk id="38" creationId="{00000000-0000-0000-0000-000000000000}"/>
          </ac:spMkLst>
        </pc:spChg>
        <pc:spChg chg="mod">
          <ac:chgData name="Zenteno Smith, Francisco" userId="a00ea38b-0d5e-42e4-8f85-e159a65b10ad" providerId="ADAL" clId="{86CB82BE-B1B8-4EE5-ACA9-DB0DDB5C848F}" dt="2026-04-02T19:23:42.355" v="3873" actId="20577"/>
          <ac:spMkLst>
            <pc:docMk/>
            <pc:sldMk cId="0" sldId="260"/>
            <ac:spMk id="40" creationId="{00000000-0000-0000-0000-000000000000}"/>
          </ac:spMkLst>
        </pc:spChg>
        <pc:spChg chg="add mod">
          <ac:chgData name="Zenteno Smith, Francisco" userId="a00ea38b-0d5e-42e4-8f85-e159a65b10ad" providerId="ADAL" clId="{86CB82BE-B1B8-4EE5-ACA9-DB0DDB5C848F}" dt="2026-04-06T19:22:51.333" v="9930" actId="164"/>
          <ac:spMkLst>
            <pc:docMk/>
            <pc:sldMk cId="0" sldId="260"/>
            <ac:spMk id="41" creationId="{C2E5729D-7FD0-B409-9150-0F897DA517E7}"/>
          </ac:spMkLst>
        </pc:spChg>
        <pc:spChg chg="add mod">
          <ac:chgData name="Zenteno Smith, Francisco" userId="a00ea38b-0d5e-42e4-8f85-e159a65b10ad" providerId="ADAL" clId="{86CB82BE-B1B8-4EE5-ACA9-DB0DDB5C848F}" dt="2026-04-06T19:22:51.333" v="9930" actId="164"/>
          <ac:spMkLst>
            <pc:docMk/>
            <pc:sldMk cId="0" sldId="260"/>
            <ac:spMk id="46" creationId="{BAD78DC6-6671-3E20-67A8-A5FD2CE78017}"/>
          </ac:spMkLst>
        </pc:spChg>
        <pc:spChg chg="add mod">
          <ac:chgData name="Zenteno Smith, Francisco" userId="a00ea38b-0d5e-42e4-8f85-e159a65b10ad" providerId="ADAL" clId="{86CB82BE-B1B8-4EE5-ACA9-DB0DDB5C848F}" dt="2026-04-06T19:22:51.333" v="9930" actId="164"/>
          <ac:spMkLst>
            <pc:docMk/>
            <pc:sldMk cId="0" sldId="260"/>
            <ac:spMk id="53" creationId="{6A9E7334-B0A7-90C8-9DA2-A832663A3CF0}"/>
          </ac:spMkLst>
        </pc:spChg>
        <pc:spChg chg="add mod">
          <ac:chgData name="Zenteno Smith, Francisco" userId="a00ea38b-0d5e-42e4-8f85-e159a65b10ad" providerId="ADAL" clId="{86CB82BE-B1B8-4EE5-ACA9-DB0DDB5C848F}" dt="2026-04-06T19:22:51.333" v="9930" actId="164"/>
          <ac:spMkLst>
            <pc:docMk/>
            <pc:sldMk cId="0" sldId="260"/>
            <ac:spMk id="54" creationId="{8619489C-DE74-A679-AF1B-C7E6D973D7A0}"/>
          </ac:spMkLst>
        </pc:spChg>
        <pc:spChg chg="add mod">
          <ac:chgData name="Zenteno Smith, Francisco" userId="a00ea38b-0d5e-42e4-8f85-e159a65b10ad" providerId="ADAL" clId="{86CB82BE-B1B8-4EE5-ACA9-DB0DDB5C848F}" dt="2026-04-06T19:22:51.333" v="9930" actId="164"/>
          <ac:spMkLst>
            <pc:docMk/>
            <pc:sldMk cId="0" sldId="260"/>
            <ac:spMk id="55" creationId="{8C1134B6-3ED5-167E-6FEE-07B478695B3E}"/>
          </ac:spMkLst>
        </pc:spChg>
        <pc:spChg chg="add mod">
          <ac:chgData name="Zenteno Smith, Francisco" userId="a00ea38b-0d5e-42e4-8f85-e159a65b10ad" providerId="ADAL" clId="{86CB82BE-B1B8-4EE5-ACA9-DB0DDB5C848F}" dt="2026-04-06T19:22:51.333" v="9930" actId="164"/>
          <ac:spMkLst>
            <pc:docMk/>
            <pc:sldMk cId="0" sldId="260"/>
            <ac:spMk id="56" creationId="{FB2AE43E-9557-EFB7-710B-58780E12B265}"/>
          </ac:spMkLst>
        </pc:spChg>
        <pc:spChg chg="add mod">
          <ac:chgData name="Zenteno Smith, Francisco" userId="a00ea38b-0d5e-42e4-8f85-e159a65b10ad" providerId="ADAL" clId="{86CB82BE-B1B8-4EE5-ACA9-DB0DDB5C848F}" dt="2026-04-02T19:24:10.188" v="3889" actId="20577"/>
          <ac:spMkLst>
            <pc:docMk/>
            <pc:sldMk cId="0" sldId="260"/>
            <ac:spMk id="59" creationId="{ECECC5C9-D4AC-C976-B111-1ABBEFC6449C}"/>
          </ac:spMkLst>
        </pc:spChg>
        <pc:spChg chg="add mod">
          <ac:chgData name="Zenteno Smith, Francisco" userId="a00ea38b-0d5e-42e4-8f85-e159a65b10ad" providerId="ADAL" clId="{86CB82BE-B1B8-4EE5-ACA9-DB0DDB5C848F}" dt="2026-04-02T19:24:19.431" v="3899" actId="20577"/>
          <ac:spMkLst>
            <pc:docMk/>
            <pc:sldMk cId="0" sldId="260"/>
            <ac:spMk id="60" creationId="{74CD199F-817A-2384-E68E-68B768412235}"/>
          </ac:spMkLst>
        </pc:spChg>
        <pc:spChg chg="add mod">
          <ac:chgData name="Zenteno Smith, Francisco" userId="a00ea38b-0d5e-42e4-8f85-e159a65b10ad" providerId="ADAL" clId="{86CB82BE-B1B8-4EE5-ACA9-DB0DDB5C848F}" dt="2026-04-06T19:19:43.715" v="9865" actId="1036"/>
          <ac:spMkLst>
            <pc:docMk/>
            <pc:sldMk cId="0" sldId="260"/>
            <ac:spMk id="63" creationId="{A92961F3-6A09-F1CF-868F-8B7E0D916080}"/>
          </ac:spMkLst>
        </pc:spChg>
        <pc:spChg chg="add mod">
          <ac:chgData name="Zenteno Smith, Francisco" userId="a00ea38b-0d5e-42e4-8f85-e159a65b10ad" providerId="ADAL" clId="{86CB82BE-B1B8-4EE5-ACA9-DB0DDB5C848F}" dt="2026-04-02T19:10:12.111" v="3075" actId="20577"/>
          <ac:spMkLst>
            <pc:docMk/>
            <pc:sldMk cId="0" sldId="260"/>
            <ac:spMk id="64" creationId="{B0F1D2B2-E83D-1159-C7C5-51396DAEB454}"/>
          </ac:spMkLst>
        </pc:spChg>
        <pc:spChg chg="add mod">
          <ac:chgData name="Zenteno Smith, Francisco" userId="a00ea38b-0d5e-42e4-8f85-e159a65b10ad" providerId="ADAL" clId="{86CB82BE-B1B8-4EE5-ACA9-DB0DDB5C848F}" dt="2026-04-06T19:22:51.333" v="9930" actId="164"/>
          <ac:spMkLst>
            <pc:docMk/>
            <pc:sldMk cId="0" sldId="260"/>
            <ac:spMk id="65" creationId="{6D0D0D0D-2160-28E7-914B-460FE5DAA017}"/>
          </ac:spMkLst>
        </pc:spChg>
        <pc:spChg chg="add mod">
          <ac:chgData name="Zenteno Smith, Francisco" userId="a00ea38b-0d5e-42e4-8f85-e159a65b10ad" providerId="ADAL" clId="{86CB82BE-B1B8-4EE5-ACA9-DB0DDB5C848F}" dt="2026-04-06T19:19:43.715" v="9865" actId="1036"/>
          <ac:spMkLst>
            <pc:docMk/>
            <pc:sldMk cId="0" sldId="260"/>
            <ac:spMk id="71" creationId="{C676B02B-242F-BC3B-5C75-34145167FAC7}"/>
          </ac:spMkLst>
        </pc:spChg>
        <pc:spChg chg="add mod">
          <ac:chgData name="Zenteno Smith, Francisco" userId="a00ea38b-0d5e-42e4-8f85-e159a65b10ad" providerId="ADAL" clId="{86CB82BE-B1B8-4EE5-ACA9-DB0DDB5C848F}" dt="2026-04-02T19:11:56.849" v="3187" actId="20577"/>
          <ac:spMkLst>
            <pc:docMk/>
            <pc:sldMk cId="0" sldId="260"/>
            <ac:spMk id="72" creationId="{55387821-C702-6314-1E7B-052215A2BD77}"/>
          </ac:spMkLst>
        </pc:spChg>
        <pc:spChg chg="add mod">
          <ac:chgData name="Zenteno Smith, Francisco" userId="a00ea38b-0d5e-42e4-8f85-e159a65b10ad" providerId="ADAL" clId="{86CB82BE-B1B8-4EE5-ACA9-DB0DDB5C848F}" dt="2026-04-08T14:22:57.520" v="11172" actId="14100"/>
          <ac:spMkLst>
            <pc:docMk/>
            <pc:sldMk cId="0" sldId="260"/>
            <ac:spMk id="75" creationId="{393D2A58-3BBE-C012-0371-E9ECC114CA9E}"/>
          </ac:spMkLst>
        </pc:spChg>
        <pc:spChg chg="add mod">
          <ac:chgData name="Zenteno Smith, Francisco" userId="a00ea38b-0d5e-42e4-8f85-e159a65b10ad" providerId="ADAL" clId="{86CB82BE-B1B8-4EE5-ACA9-DB0DDB5C848F}" dt="2026-04-06T19:12:13.759" v="9592" actId="20577"/>
          <ac:spMkLst>
            <pc:docMk/>
            <pc:sldMk cId="0" sldId="260"/>
            <ac:spMk id="76" creationId="{B89A0145-D83B-52E2-0D20-97A2EE6408ED}"/>
          </ac:spMkLst>
        </pc:spChg>
        <pc:spChg chg="add mod">
          <ac:chgData name="Zenteno Smith, Francisco" userId="a00ea38b-0d5e-42e4-8f85-e159a65b10ad" providerId="ADAL" clId="{86CB82BE-B1B8-4EE5-ACA9-DB0DDB5C848F}" dt="2026-04-08T14:13:51.148" v="11019" actId="20577"/>
          <ac:spMkLst>
            <pc:docMk/>
            <pc:sldMk cId="0" sldId="260"/>
            <ac:spMk id="85" creationId="{23B5CFE0-A29C-06B0-9C2B-0AAB42C1CDCF}"/>
          </ac:spMkLst>
        </pc:spChg>
        <pc:spChg chg="add mod">
          <ac:chgData name="Zenteno Smith, Francisco" userId="a00ea38b-0d5e-42e4-8f85-e159a65b10ad" providerId="ADAL" clId="{86CB82BE-B1B8-4EE5-ACA9-DB0DDB5C848F}" dt="2026-04-06T19:25:18.983" v="9962" actId="113"/>
          <ac:spMkLst>
            <pc:docMk/>
            <pc:sldMk cId="0" sldId="260"/>
            <ac:spMk id="90" creationId="{9E9E1989-D697-2155-2869-9B41A138A2EC}"/>
          </ac:spMkLst>
        </pc:spChg>
        <pc:spChg chg="add mod">
          <ac:chgData name="Zenteno Smith, Francisco" userId="a00ea38b-0d5e-42e4-8f85-e159a65b10ad" providerId="ADAL" clId="{86CB82BE-B1B8-4EE5-ACA9-DB0DDB5C848F}" dt="2026-04-06T19:25:25.457" v="9973" actId="20577"/>
          <ac:spMkLst>
            <pc:docMk/>
            <pc:sldMk cId="0" sldId="260"/>
            <ac:spMk id="94" creationId="{4A3938F3-8225-3E41-6AFB-C1ACB14226D3}"/>
          </ac:spMkLst>
        </pc:spChg>
        <pc:spChg chg="mod">
          <ac:chgData name="Zenteno Smith, Francisco" userId="a00ea38b-0d5e-42e4-8f85-e159a65b10ad" providerId="ADAL" clId="{86CB82BE-B1B8-4EE5-ACA9-DB0DDB5C848F}" dt="2026-04-06T19:25:40.274" v="9976" actId="571"/>
          <ac:spMkLst>
            <pc:docMk/>
            <pc:sldMk cId="0" sldId="260"/>
            <ac:spMk id="96" creationId="{0018AE3C-A736-C1A3-87F7-20C715344118}"/>
          </ac:spMkLst>
        </pc:spChg>
        <pc:spChg chg="mod">
          <ac:chgData name="Zenteno Smith, Francisco" userId="a00ea38b-0d5e-42e4-8f85-e159a65b10ad" providerId="ADAL" clId="{86CB82BE-B1B8-4EE5-ACA9-DB0DDB5C848F}" dt="2026-04-06T19:25:40.274" v="9976" actId="571"/>
          <ac:spMkLst>
            <pc:docMk/>
            <pc:sldMk cId="0" sldId="260"/>
            <ac:spMk id="97" creationId="{4C0E9EBB-A476-2F92-F254-872CED1A93E4}"/>
          </ac:spMkLst>
        </pc:spChg>
        <pc:spChg chg="mod">
          <ac:chgData name="Zenteno Smith, Francisco" userId="a00ea38b-0d5e-42e4-8f85-e159a65b10ad" providerId="ADAL" clId="{86CB82BE-B1B8-4EE5-ACA9-DB0DDB5C848F}" dt="2026-04-06T19:25:40.274" v="9976" actId="571"/>
          <ac:spMkLst>
            <pc:docMk/>
            <pc:sldMk cId="0" sldId="260"/>
            <ac:spMk id="98" creationId="{9E4F7DDC-5C30-9375-22E2-6E84FE671B2F}"/>
          </ac:spMkLst>
        </pc:spChg>
        <pc:spChg chg="mod">
          <ac:chgData name="Zenteno Smith, Francisco" userId="a00ea38b-0d5e-42e4-8f85-e159a65b10ad" providerId="ADAL" clId="{86CB82BE-B1B8-4EE5-ACA9-DB0DDB5C848F}" dt="2026-04-06T19:25:40.274" v="9976" actId="571"/>
          <ac:spMkLst>
            <pc:docMk/>
            <pc:sldMk cId="0" sldId="260"/>
            <ac:spMk id="99" creationId="{954C6CB4-87EE-9C50-B1BE-BC9582D852CF}"/>
          </ac:spMkLst>
        </pc:spChg>
        <pc:spChg chg="mod">
          <ac:chgData name="Zenteno Smith, Francisco" userId="a00ea38b-0d5e-42e4-8f85-e159a65b10ad" providerId="ADAL" clId="{86CB82BE-B1B8-4EE5-ACA9-DB0DDB5C848F}" dt="2026-04-06T19:25:40.274" v="9976" actId="571"/>
          <ac:spMkLst>
            <pc:docMk/>
            <pc:sldMk cId="0" sldId="260"/>
            <ac:spMk id="100" creationId="{0709F9AD-B145-FCA1-54E6-1D83B92ED701}"/>
          </ac:spMkLst>
        </pc:spChg>
        <pc:spChg chg="mod">
          <ac:chgData name="Zenteno Smith, Francisco" userId="a00ea38b-0d5e-42e4-8f85-e159a65b10ad" providerId="ADAL" clId="{86CB82BE-B1B8-4EE5-ACA9-DB0DDB5C848F}" dt="2026-04-06T19:25:40.274" v="9976" actId="571"/>
          <ac:spMkLst>
            <pc:docMk/>
            <pc:sldMk cId="0" sldId="260"/>
            <ac:spMk id="101" creationId="{2241138E-9F3F-4E50-DA90-DC96B8762FE3}"/>
          </ac:spMkLst>
        </pc:spChg>
        <pc:spChg chg="mod">
          <ac:chgData name="Zenteno Smith, Francisco" userId="a00ea38b-0d5e-42e4-8f85-e159a65b10ad" providerId="ADAL" clId="{86CB82BE-B1B8-4EE5-ACA9-DB0DDB5C848F}" dt="2026-04-06T19:25:40.274" v="9976" actId="571"/>
          <ac:spMkLst>
            <pc:docMk/>
            <pc:sldMk cId="0" sldId="260"/>
            <ac:spMk id="102" creationId="{B714101F-2CF2-450F-AB34-369C2BF776E5}"/>
          </ac:spMkLst>
        </pc:spChg>
        <pc:spChg chg="mod">
          <ac:chgData name="Zenteno Smith, Francisco" userId="a00ea38b-0d5e-42e4-8f85-e159a65b10ad" providerId="ADAL" clId="{86CB82BE-B1B8-4EE5-ACA9-DB0DDB5C848F}" dt="2026-04-06T19:25:40.274" v="9976" actId="571"/>
          <ac:spMkLst>
            <pc:docMk/>
            <pc:sldMk cId="0" sldId="260"/>
            <ac:spMk id="103" creationId="{1AD441D6-605A-0885-E57C-F0CBDEAF6D39}"/>
          </ac:spMkLst>
        </pc:spChg>
        <pc:spChg chg="mod">
          <ac:chgData name="Zenteno Smith, Francisco" userId="a00ea38b-0d5e-42e4-8f85-e159a65b10ad" providerId="ADAL" clId="{86CB82BE-B1B8-4EE5-ACA9-DB0DDB5C848F}" dt="2026-04-06T19:25:40.274" v="9976" actId="571"/>
          <ac:spMkLst>
            <pc:docMk/>
            <pc:sldMk cId="0" sldId="260"/>
            <ac:spMk id="104" creationId="{2732A99E-B619-3DF4-441B-BD157A2CBBDE}"/>
          </ac:spMkLst>
        </pc:spChg>
        <pc:spChg chg="mod">
          <ac:chgData name="Zenteno Smith, Francisco" userId="a00ea38b-0d5e-42e4-8f85-e159a65b10ad" providerId="ADAL" clId="{86CB82BE-B1B8-4EE5-ACA9-DB0DDB5C848F}" dt="2026-04-06T19:25:40.274" v="9976" actId="571"/>
          <ac:spMkLst>
            <pc:docMk/>
            <pc:sldMk cId="0" sldId="260"/>
            <ac:spMk id="105" creationId="{EF68E592-6AE4-EFA1-CCF3-49B285083EEF}"/>
          </ac:spMkLst>
        </pc:spChg>
        <pc:grpChg chg="mod">
          <ac:chgData name="Zenteno Smith, Francisco" userId="a00ea38b-0d5e-42e4-8f85-e159a65b10ad" providerId="ADAL" clId="{86CB82BE-B1B8-4EE5-ACA9-DB0DDB5C848F}" dt="2026-04-06T19:25:16.889" v="9961" actId="1076"/>
          <ac:grpSpMkLst>
            <pc:docMk/>
            <pc:sldMk cId="0" sldId="260"/>
            <ac:grpSpMk id="66" creationId="{945AD92B-CE66-62B6-3D0B-DCF0DD47F8E4}"/>
          </ac:grpSpMkLst>
        </pc:grpChg>
        <pc:grpChg chg="add mod">
          <ac:chgData name="Zenteno Smith, Francisco" userId="a00ea38b-0d5e-42e4-8f85-e159a65b10ad" providerId="ADAL" clId="{86CB82BE-B1B8-4EE5-ACA9-DB0DDB5C848F}" dt="2026-04-06T19:25:12.629" v="9960" actId="1076"/>
          <ac:grpSpMkLst>
            <pc:docMk/>
            <pc:sldMk cId="0" sldId="260"/>
            <ac:grpSpMk id="88" creationId="{95E9955B-7328-9E79-088F-65D205DE1C36}"/>
          </ac:grpSpMkLst>
        </pc:grpChg>
        <pc:grpChg chg="mod">
          <ac:chgData name="Zenteno Smith, Francisco" userId="a00ea38b-0d5e-42e4-8f85-e159a65b10ad" providerId="ADAL" clId="{86CB82BE-B1B8-4EE5-ACA9-DB0DDB5C848F}" dt="2026-04-06T19:25:54.108" v="9977" actId="1076"/>
          <ac:grpSpMkLst>
            <pc:docMk/>
            <pc:sldMk cId="0" sldId="260"/>
            <ac:grpSpMk id="95" creationId="{45D7D10B-BAE4-395E-3FC3-B75664A85B9B}"/>
          </ac:grpSpMkLst>
        </pc:grpChg>
        <pc:picChg chg="mod">
          <ac:chgData name="Zenteno Smith, Francisco" userId="a00ea38b-0d5e-42e4-8f85-e159a65b10ad" providerId="ADAL" clId="{86CB82BE-B1B8-4EE5-ACA9-DB0DDB5C848F}" dt="2026-04-02T19:05:31.629" v="2771" actId="1076"/>
          <ac:picMkLst>
            <pc:docMk/>
            <pc:sldMk cId="0" sldId="260"/>
            <ac:picMk id="16" creationId="{00000000-0000-0000-0000-000000000000}"/>
          </ac:picMkLst>
        </pc:picChg>
        <pc:picChg chg="add mod">
          <ac:chgData name="Zenteno Smith, Francisco" userId="a00ea38b-0d5e-42e4-8f85-e159a65b10ad" providerId="ADAL" clId="{86CB82BE-B1B8-4EE5-ACA9-DB0DDB5C848F}" dt="2026-04-02T19:16:19.913" v="3519" actId="1037"/>
          <ac:picMkLst>
            <pc:docMk/>
            <pc:sldMk cId="0" sldId="260"/>
            <ac:picMk id="57" creationId="{A085716B-9BE5-BB50-0096-DF8F4B543583}"/>
          </ac:picMkLst>
        </pc:picChg>
        <pc:picChg chg="add mod">
          <ac:chgData name="Zenteno Smith, Francisco" userId="a00ea38b-0d5e-42e4-8f85-e159a65b10ad" providerId="ADAL" clId="{86CB82BE-B1B8-4EE5-ACA9-DB0DDB5C848F}" dt="2026-04-02T19:16:19.913" v="3519" actId="1037"/>
          <ac:picMkLst>
            <pc:docMk/>
            <pc:sldMk cId="0" sldId="260"/>
            <ac:picMk id="58" creationId="{3E1686D7-3EEB-F62E-4E1F-4A3D017B6627}"/>
          </ac:picMkLst>
        </pc:picChg>
        <pc:picChg chg="add mod">
          <ac:chgData name="Zenteno Smith, Francisco" userId="a00ea38b-0d5e-42e4-8f85-e159a65b10ad" providerId="ADAL" clId="{86CB82BE-B1B8-4EE5-ACA9-DB0DDB5C848F}" dt="2026-04-02T19:09:15.290" v="2946" actId="1076"/>
          <ac:picMkLst>
            <pc:docMk/>
            <pc:sldMk cId="0" sldId="260"/>
            <ac:picMk id="61" creationId="{49A4CF5E-FB7C-03A6-FAB6-6552FD6D806A}"/>
          </ac:picMkLst>
        </pc:picChg>
        <pc:picChg chg="add mod">
          <ac:chgData name="Zenteno Smith, Francisco" userId="a00ea38b-0d5e-42e4-8f85-e159a65b10ad" providerId="ADAL" clId="{86CB82BE-B1B8-4EE5-ACA9-DB0DDB5C848F}" dt="2026-04-02T19:09:15.290" v="2946" actId="1076"/>
          <ac:picMkLst>
            <pc:docMk/>
            <pc:sldMk cId="0" sldId="260"/>
            <ac:picMk id="62" creationId="{345F450B-4310-F9EB-4678-9D97BDA92F56}"/>
          </ac:picMkLst>
        </pc:picChg>
        <pc:picChg chg="add mod">
          <ac:chgData name="Zenteno Smith, Francisco" userId="a00ea38b-0d5e-42e4-8f85-e159a65b10ad" providerId="ADAL" clId="{86CB82BE-B1B8-4EE5-ACA9-DB0DDB5C848F}" dt="2026-04-02T19:11:12.373" v="3079" actId="571"/>
          <ac:picMkLst>
            <pc:docMk/>
            <pc:sldMk cId="0" sldId="260"/>
            <ac:picMk id="69" creationId="{01FC1C77-2EEB-EEF7-C1DE-87680CA5BA6D}"/>
          </ac:picMkLst>
        </pc:picChg>
        <pc:picChg chg="add mod">
          <ac:chgData name="Zenteno Smith, Francisco" userId="a00ea38b-0d5e-42e4-8f85-e159a65b10ad" providerId="ADAL" clId="{86CB82BE-B1B8-4EE5-ACA9-DB0DDB5C848F}" dt="2026-04-02T19:11:12.373" v="3079" actId="571"/>
          <ac:picMkLst>
            <pc:docMk/>
            <pc:sldMk cId="0" sldId="260"/>
            <ac:picMk id="70" creationId="{CAEF4DDD-37B5-373A-33D7-4258D387AFF3}"/>
          </ac:picMkLst>
        </pc:picChg>
        <pc:picChg chg="add mod">
          <ac:chgData name="Zenteno Smith, Francisco" userId="a00ea38b-0d5e-42e4-8f85-e159a65b10ad" providerId="ADAL" clId="{86CB82BE-B1B8-4EE5-ACA9-DB0DDB5C848F}" dt="2026-04-02T19:16:16.471" v="3511" actId="1076"/>
          <ac:picMkLst>
            <pc:docMk/>
            <pc:sldMk cId="0" sldId="260"/>
            <ac:picMk id="73" creationId="{6F5DC670-2D19-AC5D-FEDB-28328141ECD7}"/>
          </ac:picMkLst>
        </pc:picChg>
        <pc:picChg chg="add mod">
          <ac:chgData name="Zenteno Smith, Francisco" userId="a00ea38b-0d5e-42e4-8f85-e159a65b10ad" providerId="ADAL" clId="{86CB82BE-B1B8-4EE5-ACA9-DB0DDB5C848F}" dt="2026-04-02T19:16:15.277" v="3510" actId="1076"/>
          <ac:picMkLst>
            <pc:docMk/>
            <pc:sldMk cId="0" sldId="260"/>
            <ac:picMk id="74" creationId="{49F52599-6D14-647B-1223-03C52F299936}"/>
          </ac:picMkLst>
        </pc:picChg>
        <pc:cxnChg chg="add mod">
          <ac:chgData name="Zenteno Smith, Francisco" userId="a00ea38b-0d5e-42e4-8f85-e159a65b10ad" providerId="ADAL" clId="{86CB82BE-B1B8-4EE5-ACA9-DB0DDB5C848F}" dt="2026-04-06T19:24:51.160" v="9955" actId="164"/>
          <ac:cxnSpMkLst>
            <pc:docMk/>
            <pc:sldMk cId="0" sldId="260"/>
            <ac:cxnSpMk id="68" creationId="{8F6D0708-BA1A-7D1E-2DA3-6B2B209D4FC5}"/>
          </ac:cxnSpMkLst>
        </pc:cxnChg>
        <pc:cxnChg chg="add mod">
          <ac:chgData name="Zenteno Smith, Francisco" userId="a00ea38b-0d5e-42e4-8f85-e159a65b10ad" providerId="ADAL" clId="{86CB82BE-B1B8-4EE5-ACA9-DB0DDB5C848F}" dt="2026-04-06T19:24:51.160" v="9955" actId="164"/>
          <ac:cxnSpMkLst>
            <pc:docMk/>
            <pc:sldMk cId="0" sldId="260"/>
            <ac:cxnSpMk id="87" creationId="{A6C6CC76-4DEA-7609-2E2A-097061AFFB15}"/>
          </ac:cxnSpMkLst>
        </pc:cxnChg>
      </pc:sldChg>
      <pc:sldChg chg="modSp del mod">
        <pc:chgData name="Zenteno Smith, Francisco" userId="a00ea38b-0d5e-42e4-8f85-e159a65b10ad" providerId="ADAL" clId="{86CB82BE-B1B8-4EE5-ACA9-DB0DDB5C848F}" dt="2026-04-02T19:52:08.643" v="5171" actId="47"/>
        <pc:sldMkLst>
          <pc:docMk/>
          <pc:sldMk cId="0" sldId="261"/>
        </pc:sldMkLst>
      </pc:sldChg>
      <pc:sldChg chg="del">
        <pc:chgData name="Zenteno Smith, Francisco" userId="a00ea38b-0d5e-42e4-8f85-e159a65b10ad" providerId="ADAL" clId="{86CB82BE-B1B8-4EE5-ACA9-DB0DDB5C848F}" dt="2026-04-02T19:29:13.565" v="4135" actId="47"/>
        <pc:sldMkLst>
          <pc:docMk/>
          <pc:sldMk cId="0" sldId="262"/>
        </pc:sldMkLst>
      </pc:sldChg>
      <pc:sldChg chg="del">
        <pc:chgData name="Zenteno Smith, Francisco" userId="a00ea38b-0d5e-42e4-8f85-e159a65b10ad" providerId="ADAL" clId="{86CB82BE-B1B8-4EE5-ACA9-DB0DDB5C848F}" dt="2026-04-01T22:03:18.088" v="1186" actId="47"/>
        <pc:sldMkLst>
          <pc:docMk/>
          <pc:sldMk cId="0" sldId="263"/>
        </pc:sldMkLst>
      </pc:sldChg>
      <pc:sldChg chg="delSp modSp mod">
        <pc:chgData name="Zenteno Smith, Francisco" userId="a00ea38b-0d5e-42e4-8f85-e159a65b10ad" providerId="ADAL" clId="{86CB82BE-B1B8-4EE5-ACA9-DB0DDB5C848F}" dt="2026-04-08T14:17:00.974" v="11157" actId="20577"/>
        <pc:sldMkLst>
          <pc:docMk/>
          <pc:sldMk cId="0" sldId="265"/>
        </pc:sldMkLst>
        <pc:spChg chg="mod">
          <ac:chgData name="Zenteno Smith, Francisco" userId="a00ea38b-0d5e-42e4-8f85-e159a65b10ad" providerId="ADAL" clId="{86CB82BE-B1B8-4EE5-ACA9-DB0DDB5C848F}" dt="2026-04-08T14:17:00.974" v="11157" actId="20577"/>
          <ac:spMkLst>
            <pc:docMk/>
            <pc:sldMk cId="0" sldId="265"/>
            <ac:spMk id="8" creationId="{00000000-0000-0000-0000-000000000000}"/>
          </ac:spMkLst>
        </pc:spChg>
      </pc:sldChg>
      <pc:sldChg chg="addSp delSp modSp add del mod setBg">
        <pc:chgData name="Zenteno Smith, Francisco" userId="a00ea38b-0d5e-42e4-8f85-e159a65b10ad" providerId="ADAL" clId="{86CB82BE-B1B8-4EE5-ACA9-DB0DDB5C848F}" dt="2026-04-01T21:22:28.673" v="1051" actId="47"/>
        <pc:sldMkLst>
          <pc:docMk/>
          <pc:sldMk cId="2015915078" sldId="266"/>
        </pc:sldMkLst>
      </pc:sldChg>
      <pc:sldChg chg="addSp delSp modSp add del mod setBg modAnim modNotesTx">
        <pc:chgData name="Zenteno Smith, Francisco" userId="a00ea38b-0d5e-42e4-8f85-e159a65b10ad" providerId="ADAL" clId="{86CB82BE-B1B8-4EE5-ACA9-DB0DDB5C848F}" dt="2026-04-06T21:26:22.262" v="10274" actId="47"/>
        <pc:sldMkLst>
          <pc:docMk/>
          <pc:sldMk cId="2251904248" sldId="266"/>
        </pc:sldMkLst>
      </pc:sldChg>
      <pc:sldChg chg="addSp delSp modSp add mod setBg">
        <pc:chgData name="Zenteno Smith, Francisco" userId="a00ea38b-0d5e-42e4-8f85-e159a65b10ad" providerId="ADAL" clId="{86CB82BE-B1B8-4EE5-ACA9-DB0DDB5C848F}" dt="2026-04-08T16:07:19.085" v="12115" actId="20577"/>
        <pc:sldMkLst>
          <pc:docMk/>
          <pc:sldMk cId="2003873292" sldId="267"/>
        </pc:sldMkLst>
        <pc:spChg chg="mod">
          <ac:chgData name="Zenteno Smith, Francisco" userId="a00ea38b-0d5e-42e4-8f85-e159a65b10ad" providerId="ADAL" clId="{86CB82BE-B1B8-4EE5-ACA9-DB0DDB5C848F}" dt="2026-04-02T19:01:39.563" v="2713" actId="20577"/>
          <ac:spMkLst>
            <pc:docMk/>
            <pc:sldMk cId="2003873292" sldId="267"/>
            <ac:spMk id="3" creationId="{5CFB3967-A7B7-15C3-F923-B5444DBAC3D4}"/>
          </ac:spMkLst>
        </pc:spChg>
        <pc:spChg chg="mod">
          <ac:chgData name="Zenteno Smith, Francisco" userId="a00ea38b-0d5e-42e4-8f85-e159a65b10ad" providerId="ADAL" clId="{86CB82BE-B1B8-4EE5-ACA9-DB0DDB5C848F}" dt="2026-04-02T20:05:16.972" v="5683" actId="20577"/>
          <ac:spMkLst>
            <pc:docMk/>
            <pc:sldMk cId="2003873292" sldId="267"/>
            <ac:spMk id="4" creationId="{2E377FB4-EFAB-8293-D7DC-040753B22EEA}"/>
          </ac:spMkLst>
        </pc:spChg>
        <pc:spChg chg="add mod">
          <ac:chgData name="Zenteno Smith, Francisco" userId="a00ea38b-0d5e-42e4-8f85-e159a65b10ad" providerId="ADAL" clId="{86CB82BE-B1B8-4EE5-ACA9-DB0DDB5C848F}" dt="2026-04-02T20:02:53.105" v="5396" actId="1076"/>
          <ac:spMkLst>
            <pc:docMk/>
            <pc:sldMk cId="2003873292" sldId="267"/>
            <ac:spMk id="5" creationId="{CFF8D001-D58B-0513-47F7-1BEB2811F45C}"/>
          </ac:spMkLst>
        </pc:spChg>
        <pc:spChg chg="mod">
          <ac:chgData name="Zenteno Smith, Francisco" userId="a00ea38b-0d5e-42e4-8f85-e159a65b10ad" providerId="ADAL" clId="{86CB82BE-B1B8-4EE5-ACA9-DB0DDB5C848F}" dt="2026-04-02T20:02:56.297" v="5398" actId="1076"/>
          <ac:spMkLst>
            <pc:docMk/>
            <pc:sldMk cId="2003873292" sldId="267"/>
            <ac:spMk id="54" creationId="{D2248D9C-C791-0A92-507A-AB53775A466E}"/>
          </ac:spMkLst>
        </pc:spChg>
        <pc:spChg chg="mod">
          <ac:chgData name="Zenteno Smith, Francisco" userId="a00ea38b-0d5e-42e4-8f85-e159a65b10ad" providerId="ADAL" clId="{86CB82BE-B1B8-4EE5-ACA9-DB0DDB5C848F}" dt="2026-04-06T18:20:16.017" v="6547" actId="33524"/>
          <ac:spMkLst>
            <pc:docMk/>
            <pc:sldMk cId="2003873292" sldId="267"/>
            <ac:spMk id="55" creationId="{9A6A2191-D725-7815-4249-714BF6A40A3C}"/>
          </ac:spMkLst>
        </pc:spChg>
        <pc:spChg chg="add mod">
          <ac:chgData name="Zenteno Smith, Francisco" userId="a00ea38b-0d5e-42e4-8f85-e159a65b10ad" providerId="ADAL" clId="{86CB82BE-B1B8-4EE5-ACA9-DB0DDB5C848F}" dt="2026-04-06T21:54:57.233" v="10437" actId="14100"/>
          <ac:spMkLst>
            <pc:docMk/>
            <pc:sldMk cId="2003873292" sldId="267"/>
            <ac:spMk id="57" creationId="{6958C9FC-AAAA-1045-749B-C456D6A3ECA0}"/>
          </ac:spMkLst>
        </pc:spChg>
        <pc:spChg chg="add mod">
          <ac:chgData name="Zenteno Smith, Francisco" userId="a00ea38b-0d5e-42e4-8f85-e159a65b10ad" providerId="ADAL" clId="{86CB82BE-B1B8-4EE5-ACA9-DB0DDB5C848F}" dt="2026-04-06T21:55:07.837" v="10440" actId="14100"/>
          <ac:spMkLst>
            <pc:docMk/>
            <pc:sldMk cId="2003873292" sldId="267"/>
            <ac:spMk id="58" creationId="{4B3C0C5F-8A52-69F8-7A62-9805F276A21A}"/>
          </ac:spMkLst>
        </pc:spChg>
        <pc:spChg chg="add mod">
          <ac:chgData name="Zenteno Smith, Francisco" userId="a00ea38b-0d5e-42e4-8f85-e159a65b10ad" providerId="ADAL" clId="{86CB82BE-B1B8-4EE5-ACA9-DB0DDB5C848F}" dt="2026-04-03T17:52:03.479" v="6228" actId="1036"/>
          <ac:spMkLst>
            <pc:docMk/>
            <pc:sldMk cId="2003873292" sldId="267"/>
            <ac:spMk id="61" creationId="{13BC998E-CCCF-EE98-C616-10C0D42B6E19}"/>
          </ac:spMkLst>
        </pc:spChg>
        <pc:spChg chg="mod">
          <ac:chgData name="Zenteno Smith, Francisco" userId="a00ea38b-0d5e-42e4-8f85-e159a65b10ad" providerId="ADAL" clId="{86CB82BE-B1B8-4EE5-ACA9-DB0DDB5C848F}" dt="2026-04-08T16:07:19.085" v="12115" actId="20577"/>
          <ac:spMkLst>
            <pc:docMk/>
            <pc:sldMk cId="2003873292" sldId="267"/>
            <ac:spMk id="62" creationId="{B72B9C5F-453B-172E-FE93-F2D9EBDEEDE2}"/>
          </ac:spMkLst>
        </pc:spChg>
        <pc:spChg chg="add del mod">
          <ac:chgData name="Zenteno Smith, Francisco" userId="a00ea38b-0d5e-42e4-8f85-e159a65b10ad" providerId="ADAL" clId="{86CB82BE-B1B8-4EE5-ACA9-DB0DDB5C848F}" dt="2026-04-03T17:53:26.771" v="6278" actId="1038"/>
          <ac:spMkLst>
            <pc:docMk/>
            <pc:sldMk cId="2003873292" sldId="267"/>
            <ac:spMk id="63" creationId="{2FAEA231-7B1C-C76B-1432-FE5779BD2CDB}"/>
          </ac:spMkLst>
        </pc:spChg>
        <pc:spChg chg="add mod">
          <ac:chgData name="Zenteno Smith, Francisco" userId="a00ea38b-0d5e-42e4-8f85-e159a65b10ad" providerId="ADAL" clId="{86CB82BE-B1B8-4EE5-ACA9-DB0DDB5C848F}" dt="2026-04-03T17:53:26.771" v="6278" actId="1038"/>
          <ac:spMkLst>
            <pc:docMk/>
            <pc:sldMk cId="2003873292" sldId="267"/>
            <ac:spMk id="64" creationId="{C4330A5E-F4DE-AF73-A7A7-FDE716719213}"/>
          </ac:spMkLst>
        </pc:spChg>
        <pc:spChg chg="mod">
          <ac:chgData name="Zenteno Smith, Francisco" userId="a00ea38b-0d5e-42e4-8f85-e159a65b10ad" providerId="ADAL" clId="{86CB82BE-B1B8-4EE5-ACA9-DB0DDB5C848F}" dt="2026-04-03T17:53:26.771" v="6278" actId="1038"/>
          <ac:spMkLst>
            <pc:docMk/>
            <pc:sldMk cId="2003873292" sldId="267"/>
            <ac:spMk id="67" creationId="{1B75D976-6541-91AF-C290-1072431247A0}"/>
          </ac:spMkLst>
        </pc:spChg>
        <pc:spChg chg="add mod">
          <ac:chgData name="Zenteno Smith, Francisco" userId="a00ea38b-0d5e-42e4-8f85-e159a65b10ad" providerId="ADAL" clId="{86CB82BE-B1B8-4EE5-ACA9-DB0DDB5C848F}" dt="2026-04-03T17:53:26.771" v="6278" actId="1038"/>
          <ac:spMkLst>
            <pc:docMk/>
            <pc:sldMk cId="2003873292" sldId="267"/>
            <ac:spMk id="68" creationId="{410C7FFE-5CD2-0A85-CD47-83104FD2C762}"/>
          </ac:spMkLst>
        </pc:spChg>
        <pc:spChg chg="add mod">
          <ac:chgData name="Zenteno Smith, Francisco" userId="a00ea38b-0d5e-42e4-8f85-e159a65b10ad" providerId="ADAL" clId="{86CB82BE-B1B8-4EE5-ACA9-DB0DDB5C848F}" dt="2026-04-06T18:17:08.385" v="6451" actId="14100"/>
          <ac:spMkLst>
            <pc:docMk/>
            <pc:sldMk cId="2003873292" sldId="267"/>
            <ac:spMk id="71" creationId="{36434CA4-B70C-99EC-3A77-BACDC9E2C439}"/>
          </ac:spMkLst>
        </pc:spChg>
        <pc:spChg chg="add mod">
          <ac:chgData name="Zenteno Smith, Francisco" userId="a00ea38b-0d5e-42e4-8f85-e159a65b10ad" providerId="ADAL" clId="{86CB82BE-B1B8-4EE5-ACA9-DB0DDB5C848F}" dt="2026-04-06T18:18:40.493" v="6515" actId="14100"/>
          <ac:spMkLst>
            <pc:docMk/>
            <pc:sldMk cId="2003873292" sldId="267"/>
            <ac:spMk id="72" creationId="{72082F8E-2B78-4874-1714-A619B769BB37}"/>
          </ac:spMkLst>
        </pc:spChg>
        <pc:spChg chg="add mod">
          <ac:chgData name="Zenteno Smith, Francisco" userId="a00ea38b-0d5e-42e4-8f85-e159a65b10ad" providerId="ADAL" clId="{86CB82BE-B1B8-4EE5-ACA9-DB0DDB5C848F}" dt="2026-04-02T20:01:32.470" v="5362" actId="20577"/>
          <ac:spMkLst>
            <pc:docMk/>
            <pc:sldMk cId="2003873292" sldId="267"/>
            <ac:spMk id="75" creationId="{F6503615-1D88-A138-5CB9-A9566C5647A2}"/>
          </ac:spMkLst>
        </pc:spChg>
        <pc:spChg chg="add mod">
          <ac:chgData name="Zenteno Smith, Francisco" userId="a00ea38b-0d5e-42e4-8f85-e159a65b10ad" providerId="ADAL" clId="{86CB82BE-B1B8-4EE5-ACA9-DB0DDB5C848F}" dt="2026-04-06T18:49:33.523" v="8067" actId="14100"/>
          <ac:spMkLst>
            <pc:docMk/>
            <pc:sldMk cId="2003873292" sldId="267"/>
            <ac:spMk id="76" creationId="{AAC8133C-9C54-F766-6B7F-F7F13C8738CF}"/>
          </ac:spMkLst>
        </pc:spChg>
        <pc:picChg chg="mod">
          <ac:chgData name="Zenteno Smith, Francisco" userId="a00ea38b-0d5e-42e4-8f85-e159a65b10ad" providerId="ADAL" clId="{86CB82BE-B1B8-4EE5-ACA9-DB0DDB5C848F}" dt="2026-04-02T20:02:54.522" v="5397" actId="1076"/>
          <ac:picMkLst>
            <pc:docMk/>
            <pc:sldMk cId="2003873292" sldId="267"/>
            <ac:picMk id="53" creationId="{2224510C-12EC-F940-97C8-E3E8C08A8A5F}"/>
          </ac:picMkLst>
        </pc:picChg>
        <pc:picChg chg="mod">
          <ac:chgData name="Zenteno Smith, Francisco" userId="a00ea38b-0d5e-42e4-8f85-e159a65b10ad" providerId="ADAL" clId="{86CB82BE-B1B8-4EE5-ACA9-DB0DDB5C848F}" dt="2026-04-03T17:53:26.771" v="6278" actId="1038"/>
          <ac:picMkLst>
            <pc:docMk/>
            <pc:sldMk cId="2003873292" sldId="267"/>
            <ac:picMk id="66" creationId="{26E327D5-736C-18F3-79FF-6BCEE3A5DF7E}"/>
          </ac:picMkLst>
        </pc:picChg>
        <pc:picChg chg="add mod">
          <ac:chgData name="Zenteno Smith, Francisco" userId="a00ea38b-0d5e-42e4-8f85-e159a65b10ad" providerId="ADAL" clId="{86CB82BE-B1B8-4EE5-ACA9-DB0DDB5C848F}" dt="2026-04-03T17:51:51.169" v="6220" actId="1076"/>
          <ac:picMkLst>
            <pc:docMk/>
            <pc:sldMk cId="2003873292" sldId="267"/>
            <ac:picMk id="80" creationId="{F53477E3-CB49-CEA3-A7C7-09C3B2D3D126}"/>
          </ac:picMkLst>
        </pc:picChg>
        <pc:picChg chg="add mod">
          <ac:chgData name="Zenteno Smith, Francisco" userId="a00ea38b-0d5e-42e4-8f85-e159a65b10ad" providerId="ADAL" clId="{86CB82BE-B1B8-4EE5-ACA9-DB0DDB5C848F}" dt="2026-04-02T20:03:22.130" v="5403" actId="1076"/>
          <ac:picMkLst>
            <pc:docMk/>
            <pc:sldMk cId="2003873292" sldId="267"/>
            <ac:picMk id="81" creationId="{FA87F24E-BDDA-B1B7-116D-6389E8AA372B}"/>
          </ac:picMkLst>
        </pc:picChg>
      </pc:sldChg>
      <pc:sldChg chg="add del">
        <pc:chgData name="Zenteno Smith, Francisco" userId="a00ea38b-0d5e-42e4-8f85-e159a65b10ad" providerId="ADAL" clId="{86CB82BE-B1B8-4EE5-ACA9-DB0DDB5C848F}" dt="2026-04-02T17:24:20.490" v="2654" actId="47"/>
        <pc:sldMkLst>
          <pc:docMk/>
          <pc:sldMk cId="4249488430" sldId="267"/>
        </pc:sldMkLst>
      </pc:sldChg>
      <pc:sldChg chg="addSp delSp modSp add mod setBg modNotesTx">
        <pc:chgData name="Zenteno Smith, Francisco" userId="a00ea38b-0d5e-42e4-8f85-e159a65b10ad" providerId="ADAL" clId="{86CB82BE-B1B8-4EE5-ACA9-DB0DDB5C848F}" dt="2026-04-08T15:37:59.531" v="11829" actId="20577"/>
        <pc:sldMkLst>
          <pc:docMk/>
          <pc:sldMk cId="648742750" sldId="268"/>
        </pc:sldMkLst>
        <pc:spChg chg="add mod">
          <ac:chgData name="Zenteno Smith, Francisco" userId="a00ea38b-0d5e-42e4-8f85-e159a65b10ad" providerId="ADAL" clId="{86CB82BE-B1B8-4EE5-ACA9-DB0DDB5C848F}" dt="2026-04-08T14:32:37.985" v="11236" actId="1076"/>
          <ac:spMkLst>
            <pc:docMk/>
            <pc:sldMk cId="648742750" sldId="268"/>
            <ac:spMk id="3" creationId="{7DA87AC3-17F7-9A0F-905B-22B41665F0FE}"/>
          </ac:spMkLst>
        </pc:spChg>
        <pc:spChg chg="add del mod">
          <ac:chgData name="Zenteno Smith, Francisco" userId="a00ea38b-0d5e-42e4-8f85-e159a65b10ad" providerId="ADAL" clId="{86CB82BE-B1B8-4EE5-ACA9-DB0DDB5C848F}" dt="2026-04-08T14:33:02.303" v="11241" actId="478"/>
          <ac:spMkLst>
            <pc:docMk/>
            <pc:sldMk cId="648742750" sldId="268"/>
            <ac:spMk id="4" creationId="{A2656E27-4E67-4FC6-0E67-5BAD6CBF2AA5}"/>
          </ac:spMkLst>
        </pc:spChg>
        <pc:spChg chg="add mod">
          <ac:chgData name="Zenteno Smith, Francisco" userId="a00ea38b-0d5e-42e4-8f85-e159a65b10ad" providerId="ADAL" clId="{86CB82BE-B1B8-4EE5-ACA9-DB0DDB5C848F}" dt="2026-04-08T15:37:59.531" v="11829" actId="20577"/>
          <ac:spMkLst>
            <pc:docMk/>
            <pc:sldMk cId="648742750" sldId="268"/>
            <ac:spMk id="4" creationId="{D8FFFFF8-1139-F9FD-0857-89E03109452E}"/>
          </ac:spMkLst>
        </pc:spChg>
        <pc:spChg chg="add mod">
          <ac:chgData name="Zenteno Smith, Francisco" userId="a00ea38b-0d5e-42e4-8f85-e159a65b10ad" providerId="ADAL" clId="{86CB82BE-B1B8-4EE5-ACA9-DB0DDB5C848F}" dt="2026-04-08T14:32:36.192" v="11235" actId="1076"/>
          <ac:spMkLst>
            <pc:docMk/>
            <pc:sldMk cId="648742750" sldId="268"/>
            <ac:spMk id="5" creationId="{9D859C37-B0CD-F044-A9C9-A466A4EB8372}"/>
          </ac:spMkLst>
        </pc:spChg>
        <pc:spChg chg="add mod">
          <ac:chgData name="Zenteno Smith, Francisco" userId="a00ea38b-0d5e-42e4-8f85-e159a65b10ad" providerId="ADAL" clId="{86CB82BE-B1B8-4EE5-ACA9-DB0DDB5C848F}" dt="2026-04-08T15:37:05.577" v="11743" actId="1076"/>
          <ac:spMkLst>
            <pc:docMk/>
            <pc:sldMk cId="648742750" sldId="268"/>
            <ac:spMk id="6" creationId="{2FBF7A84-426D-021E-924B-B230C40C7CBC}"/>
          </ac:spMkLst>
        </pc:spChg>
      </pc:sldChg>
      <pc:sldChg chg="modSp add del mod">
        <pc:chgData name="Zenteno Smith, Francisco" userId="a00ea38b-0d5e-42e4-8f85-e159a65b10ad" providerId="ADAL" clId="{86CB82BE-B1B8-4EE5-ACA9-DB0DDB5C848F}" dt="2026-04-02T19:54:02.169" v="5226" actId="47"/>
        <pc:sldMkLst>
          <pc:docMk/>
          <pc:sldMk cId="4076700888" sldId="268"/>
        </pc:sldMkLst>
      </pc:sldChg>
      <pc:sldChg chg="addSp delSp modSp add mod delAnim modNotesTx">
        <pc:chgData name="Zenteno Smith, Francisco" userId="a00ea38b-0d5e-42e4-8f85-e159a65b10ad" providerId="ADAL" clId="{86CB82BE-B1B8-4EE5-ACA9-DB0DDB5C848F}" dt="2026-04-06T19:08:09.088" v="9589" actId="20577"/>
        <pc:sldMkLst>
          <pc:docMk/>
          <pc:sldMk cId="83391453" sldId="269"/>
        </pc:sldMkLst>
        <pc:spChg chg="mod">
          <ac:chgData name="Zenteno Smith, Francisco" userId="a00ea38b-0d5e-42e4-8f85-e159a65b10ad" providerId="ADAL" clId="{86CB82BE-B1B8-4EE5-ACA9-DB0DDB5C848F}" dt="2026-04-06T18:13:56.931" v="6340" actId="20577"/>
          <ac:spMkLst>
            <pc:docMk/>
            <pc:sldMk cId="83391453" sldId="269"/>
            <ac:spMk id="4" creationId="{7E36500F-098C-9C70-DED2-9D7B49727B2A}"/>
          </ac:spMkLst>
        </pc:spChg>
        <pc:spChg chg="add mod">
          <ac:chgData name="Zenteno Smith, Francisco" userId="a00ea38b-0d5e-42e4-8f85-e159a65b10ad" providerId="ADAL" clId="{86CB82BE-B1B8-4EE5-ACA9-DB0DDB5C848F}" dt="2026-04-06T19:08:09.088" v="9589" actId="20577"/>
          <ac:spMkLst>
            <pc:docMk/>
            <pc:sldMk cId="83391453" sldId="269"/>
            <ac:spMk id="5" creationId="{6BE90085-BA4C-C506-0F17-B8CE1A129DD5}"/>
          </ac:spMkLst>
        </pc:spChg>
      </pc:sldChg>
      <pc:sldChg chg="addSp delSp modSp add mod">
        <pc:chgData name="Zenteno Smith, Francisco" userId="a00ea38b-0d5e-42e4-8f85-e159a65b10ad" providerId="ADAL" clId="{86CB82BE-B1B8-4EE5-ACA9-DB0DDB5C848F}" dt="2026-04-08T16:08:15.126" v="12125" actId="14100"/>
        <pc:sldMkLst>
          <pc:docMk/>
          <pc:sldMk cId="3512395007" sldId="270"/>
        </pc:sldMkLst>
        <pc:spChg chg="mod">
          <ac:chgData name="Zenteno Smith, Francisco" userId="a00ea38b-0d5e-42e4-8f85-e159a65b10ad" providerId="ADAL" clId="{86CB82BE-B1B8-4EE5-ACA9-DB0DDB5C848F}" dt="2026-04-06T18:23:16.218" v="6597" actId="20577"/>
          <ac:spMkLst>
            <pc:docMk/>
            <pc:sldMk cId="3512395007" sldId="270"/>
            <ac:spMk id="3" creationId="{1822BC06-C24F-4347-4E2E-52D92CA39682}"/>
          </ac:spMkLst>
        </pc:spChg>
        <pc:spChg chg="mod">
          <ac:chgData name="Zenteno Smith, Francisco" userId="a00ea38b-0d5e-42e4-8f85-e159a65b10ad" providerId="ADAL" clId="{86CB82BE-B1B8-4EE5-ACA9-DB0DDB5C848F}" dt="2026-04-06T18:23:05.475" v="6574" actId="20577"/>
          <ac:spMkLst>
            <pc:docMk/>
            <pc:sldMk cId="3512395007" sldId="270"/>
            <ac:spMk id="4" creationId="{3D15F852-E67C-C99A-E0AB-593C36E3D88A}"/>
          </ac:spMkLst>
        </pc:spChg>
        <pc:spChg chg="add mod">
          <ac:chgData name="Zenteno Smith, Francisco" userId="a00ea38b-0d5e-42e4-8f85-e159a65b10ad" providerId="ADAL" clId="{86CB82BE-B1B8-4EE5-ACA9-DB0DDB5C848F}" dt="2026-04-08T16:08:15.126" v="12125" actId="14100"/>
          <ac:spMkLst>
            <pc:docMk/>
            <pc:sldMk cId="3512395007" sldId="270"/>
            <ac:spMk id="7" creationId="{194F3B1F-B7EF-847C-F7DE-16E5F969CD97}"/>
          </ac:spMkLst>
        </pc:spChg>
        <pc:spChg chg="add mod">
          <ac:chgData name="Zenteno Smith, Francisco" userId="a00ea38b-0d5e-42e4-8f85-e159a65b10ad" providerId="ADAL" clId="{86CB82BE-B1B8-4EE5-ACA9-DB0DDB5C848F}" dt="2026-04-06T18:29:55.886" v="7362"/>
          <ac:spMkLst>
            <pc:docMk/>
            <pc:sldMk cId="3512395007" sldId="270"/>
            <ac:spMk id="8" creationId="{CE67D304-A197-DF4D-D980-2982724642A8}"/>
          </ac:spMkLst>
        </pc:spChg>
      </pc:sldChg>
      <pc:sldChg chg="addSp delSp modSp add mod ord setBg modNotesTx">
        <pc:chgData name="Zenteno Smith, Francisco" userId="a00ea38b-0d5e-42e4-8f85-e159a65b10ad" providerId="ADAL" clId="{86CB82BE-B1B8-4EE5-ACA9-DB0DDB5C848F}" dt="2026-04-08T15:06:34.778" v="11739"/>
        <pc:sldMkLst>
          <pc:docMk/>
          <pc:sldMk cId="1445865913" sldId="271"/>
        </pc:sldMkLst>
        <pc:spChg chg="add mod">
          <ac:chgData name="Zenteno Smith, Francisco" userId="a00ea38b-0d5e-42e4-8f85-e159a65b10ad" providerId="ADAL" clId="{86CB82BE-B1B8-4EE5-ACA9-DB0DDB5C848F}" dt="2026-04-08T15:06:34.778" v="11739"/>
          <ac:spMkLst>
            <pc:docMk/>
            <pc:sldMk cId="1445865913" sldId="271"/>
            <ac:spMk id="5" creationId="{52A14BF9-3243-A947-4A89-BAD1860E7EA1}"/>
          </ac:spMkLst>
        </pc:spChg>
      </pc:sldChg>
      <pc:sldChg chg="addSp delSp modSp add mod setBg">
        <pc:chgData name="Zenteno Smith, Francisco" userId="a00ea38b-0d5e-42e4-8f85-e159a65b10ad" providerId="ADAL" clId="{86CB82BE-B1B8-4EE5-ACA9-DB0DDB5C848F}" dt="2026-04-08T15:06:44.254" v="11741"/>
        <pc:sldMkLst>
          <pc:docMk/>
          <pc:sldMk cId="36666530" sldId="272"/>
        </pc:sldMkLst>
        <pc:spChg chg="add mod">
          <ac:chgData name="Zenteno Smith, Francisco" userId="a00ea38b-0d5e-42e4-8f85-e159a65b10ad" providerId="ADAL" clId="{86CB82BE-B1B8-4EE5-ACA9-DB0DDB5C848F}" dt="2026-04-08T14:23:20.824" v="11176"/>
          <ac:spMkLst>
            <pc:docMk/>
            <pc:sldMk cId="36666530" sldId="272"/>
            <ac:spMk id="9" creationId="{C6EBD8F7-6BA6-0FE3-1498-3A25CD15F54F}"/>
          </ac:spMkLst>
        </pc:spChg>
        <pc:spChg chg="add mod">
          <ac:chgData name="Zenteno Smith, Francisco" userId="a00ea38b-0d5e-42e4-8f85-e159a65b10ad" providerId="ADAL" clId="{86CB82BE-B1B8-4EE5-ACA9-DB0DDB5C848F}" dt="2026-04-08T15:06:44.254" v="11741"/>
          <ac:spMkLst>
            <pc:docMk/>
            <pc:sldMk cId="36666530" sldId="272"/>
            <ac:spMk id="11" creationId="{909A1155-65E5-72A3-9BA0-1F63E5E51004}"/>
          </ac:spMkLst>
        </pc:spChg>
        <pc:spChg chg="del">
          <ac:chgData name="Zenteno Smith, Francisco" userId="a00ea38b-0d5e-42e4-8f85-e159a65b10ad" providerId="ADAL" clId="{86CB82BE-B1B8-4EE5-ACA9-DB0DDB5C848F}" dt="2026-04-08T14:23:20.622" v="11175" actId="478"/>
          <ac:spMkLst>
            <pc:docMk/>
            <pc:sldMk cId="36666530" sldId="272"/>
            <ac:spMk id="75" creationId="{C1DFB157-281F-2F0D-B205-09EE8C72AC2A}"/>
          </ac:spMkLst>
        </pc:spChg>
      </pc:sldChg>
      <pc:sldChg chg="addSp delSp modSp add mod">
        <pc:chgData name="Zenteno Smith, Francisco" userId="a00ea38b-0d5e-42e4-8f85-e159a65b10ad" providerId="ADAL" clId="{86CB82BE-B1B8-4EE5-ACA9-DB0DDB5C848F}" dt="2026-04-08T15:06:29.629" v="11738" actId="114"/>
        <pc:sldMkLst>
          <pc:docMk/>
          <pc:sldMk cId="761126144" sldId="273"/>
        </pc:sldMkLst>
        <pc:spChg chg="add mod">
          <ac:chgData name="Zenteno Smith, Francisco" userId="a00ea38b-0d5e-42e4-8f85-e159a65b10ad" providerId="ADAL" clId="{86CB82BE-B1B8-4EE5-ACA9-DB0DDB5C848F}" dt="2026-04-08T14:23:15.823" v="11174"/>
          <ac:spMkLst>
            <pc:docMk/>
            <pc:sldMk cId="761126144" sldId="273"/>
            <ac:spMk id="9" creationId="{458B038F-49CC-E083-425E-276B9FE400BE}"/>
          </ac:spMkLst>
        </pc:spChg>
        <pc:spChg chg="add mod">
          <ac:chgData name="Zenteno Smith, Francisco" userId="a00ea38b-0d5e-42e4-8f85-e159a65b10ad" providerId="ADAL" clId="{86CB82BE-B1B8-4EE5-ACA9-DB0DDB5C848F}" dt="2026-04-08T15:06:29.629" v="11738" actId="114"/>
          <ac:spMkLst>
            <pc:docMk/>
            <pc:sldMk cId="761126144" sldId="273"/>
            <ac:spMk id="11" creationId="{4732552D-76FA-1248-2B74-C4D87856014F}"/>
          </ac:spMkLst>
        </pc:spChg>
        <pc:spChg chg="del">
          <ac:chgData name="Zenteno Smith, Francisco" userId="a00ea38b-0d5e-42e4-8f85-e159a65b10ad" providerId="ADAL" clId="{86CB82BE-B1B8-4EE5-ACA9-DB0DDB5C848F}" dt="2026-04-08T14:23:15.413" v="11173" actId="478"/>
          <ac:spMkLst>
            <pc:docMk/>
            <pc:sldMk cId="761126144" sldId="273"/>
            <ac:spMk id="75" creationId="{C0CF603C-151E-F81C-F98E-9026B96138F8}"/>
          </ac:spMkLst>
        </pc:spChg>
      </pc:sldChg>
      <pc:sldChg chg="addSp delSp modSp add mod delAnim modAnim">
        <pc:chgData name="Zenteno Smith, Francisco" userId="a00ea38b-0d5e-42e4-8f85-e159a65b10ad" providerId="ADAL" clId="{86CB82BE-B1B8-4EE5-ACA9-DB0DDB5C848F}" dt="2026-04-08T14:48:50.463" v="11686" actId="1076"/>
        <pc:sldMkLst>
          <pc:docMk/>
          <pc:sldMk cId="2468666607" sldId="274"/>
        </pc:sldMkLst>
        <pc:spChg chg="add del mod">
          <ac:chgData name="Zenteno Smith, Francisco" userId="a00ea38b-0d5e-42e4-8f85-e159a65b10ad" providerId="ADAL" clId="{86CB82BE-B1B8-4EE5-ACA9-DB0DDB5C848F}" dt="2026-04-08T14:48:43.755" v="11684" actId="478"/>
          <ac:spMkLst>
            <pc:docMk/>
            <pc:sldMk cId="2468666607" sldId="274"/>
            <ac:spMk id="9" creationId="{9FC8FDF0-336D-ABC6-879E-3E2D14985757}"/>
          </ac:spMkLst>
        </pc:spChg>
        <pc:spChg chg="mod">
          <ac:chgData name="Zenteno Smith, Francisco" userId="a00ea38b-0d5e-42e4-8f85-e159a65b10ad" providerId="ADAL" clId="{86CB82BE-B1B8-4EE5-ACA9-DB0DDB5C848F}" dt="2026-04-06T21:22:50.953" v="10150" actId="1582"/>
          <ac:spMkLst>
            <pc:docMk/>
            <pc:sldMk cId="2468666607" sldId="274"/>
            <ac:spMk id="10" creationId="{A2FD45FF-9BB4-DFE8-E025-E01DF7C3F334}"/>
          </ac:spMkLst>
        </pc:spChg>
        <pc:spChg chg="mod">
          <ac:chgData name="Zenteno Smith, Francisco" userId="a00ea38b-0d5e-42e4-8f85-e159a65b10ad" providerId="ADAL" clId="{86CB82BE-B1B8-4EE5-ACA9-DB0DDB5C848F}" dt="2026-04-06T21:23:11.298" v="10153" actId="14100"/>
          <ac:spMkLst>
            <pc:docMk/>
            <pc:sldMk cId="2468666607" sldId="274"/>
            <ac:spMk id="11" creationId="{05A73331-23A1-3E7D-CF83-6F0BF7EA4F9D}"/>
          </ac:spMkLst>
        </pc:spChg>
        <pc:spChg chg="add mod">
          <ac:chgData name="Zenteno Smith, Francisco" userId="a00ea38b-0d5e-42e4-8f85-e159a65b10ad" providerId="ADAL" clId="{86CB82BE-B1B8-4EE5-ACA9-DB0DDB5C848F}" dt="2026-04-08T14:48:50.463" v="11686" actId="1076"/>
          <ac:spMkLst>
            <pc:docMk/>
            <pc:sldMk cId="2468666607" sldId="274"/>
            <ac:spMk id="13" creationId="{AE91E6E3-C1A4-F72A-AD07-57958FAE0745}"/>
          </ac:spMkLst>
        </pc:spChg>
        <pc:spChg chg="mod">
          <ac:chgData name="Zenteno Smith, Francisco" userId="a00ea38b-0d5e-42e4-8f85-e159a65b10ad" providerId="ADAL" clId="{86CB82BE-B1B8-4EE5-ACA9-DB0DDB5C848F}" dt="2026-04-08T14:11:25.278" v="10916" actId="20577"/>
          <ac:spMkLst>
            <pc:docMk/>
            <pc:sldMk cId="2468666607" sldId="274"/>
            <ac:spMk id="14" creationId="{080EC625-470F-B324-544E-6EDF7A06327E}"/>
          </ac:spMkLst>
        </pc:spChg>
        <pc:spChg chg="mod">
          <ac:chgData name="Zenteno Smith, Francisco" userId="a00ea38b-0d5e-42e4-8f85-e159a65b10ad" providerId="ADAL" clId="{86CB82BE-B1B8-4EE5-ACA9-DB0DDB5C848F}" dt="2026-04-08T14:12:38.715" v="11008" actId="20577"/>
          <ac:spMkLst>
            <pc:docMk/>
            <pc:sldMk cId="2468666607" sldId="274"/>
            <ac:spMk id="19" creationId="{92E017D4-D759-32AE-414C-078B112558EB}"/>
          </ac:spMkLst>
        </pc:spChg>
        <pc:spChg chg="mod">
          <ac:chgData name="Zenteno Smith, Francisco" userId="a00ea38b-0d5e-42e4-8f85-e159a65b10ad" providerId="ADAL" clId="{86CB82BE-B1B8-4EE5-ACA9-DB0DDB5C848F}" dt="2026-04-06T21:27:52.349" v="10296" actId="20577"/>
          <ac:spMkLst>
            <pc:docMk/>
            <pc:sldMk cId="2468666607" sldId="274"/>
            <ac:spMk id="23" creationId="{05AF2A7C-EB5C-0057-0E07-BD1F3C357057}"/>
          </ac:spMkLst>
        </pc:spChg>
        <pc:spChg chg="mod">
          <ac:chgData name="Zenteno Smith, Francisco" userId="a00ea38b-0d5e-42e4-8f85-e159a65b10ad" providerId="ADAL" clId="{86CB82BE-B1B8-4EE5-ACA9-DB0DDB5C848F}" dt="2026-04-06T21:25:56.189" v="10267" actId="1076"/>
          <ac:spMkLst>
            <pc:docMk/>
            <pc:sldMk cId="2468666607" sldId="274"/>
            <ac:spMk id="27" creationId="{F45BAE76-D3AF-20FE-09CE-F78487573EA5}"/>
          </ac:spMkLst>
        </pc:spChg>
        <pc:spChg chg="mod">
          <ac:chgData name="Zenteno Smith, Francisco" userId="a00ea38b-0d5e-42e4-8f85-e159a65b10ad" providerId="ADAL" clId="{86CB82BE-B1B8-4EE5-ACA9-DB0DDB5C848F}" dt="2026-04-08T14:12:17.546" v="11003" actId="1076"/>
          <ac:spMkLst>
            <pc:docMk/>
            <pc:sldMk cId="2468666607" sldId="274"/>
            <ac:spMk id="29" creationId="{7E97411A-6CA2-9D8E-B83C-63BC178B9034}"/>
          </ac:spMkLst>
        </pc:spChg>
        <pc:picChg chg="add del mod">
          <ac:chgData name="Zenteno Smith, Francisco" userId="a00ea38b-0d5e-42e4-8f85-e159a65b10ad" providerId="ADAL" clId="{86CB82BE-B1B8-4EE5-ACA9-DB0DDB5C848F}" dt="2026-04-08T14:48:44.641" v="11685" actId="478"/>
          <ac:picMkLst>
            <pc:docMk/>
            <pc:sldMk cId="2468666607" sldId="274"/>
            <ac:picMk id="6" creationId="{C336882A-7FCD-138E-CF6D-A2499D97BD43}"/>
          </ac:picMkLst>
        </pc:picChg>
        <pc:picChg chg="add mod ord">
          <ac:chgData name="Zenteno Smith, Francisco" userId="a00ea38b-0d5e-42e4-8f85-e159a65b10ad" providerId="ADAL" clId="{86CB82BE-B1B8-4EE5-ACA9-DB0DDB5C848F}" dt="2026-04-06T21:22:55.747" v="10151" actId="1076"/>
          <ac:picMkLst>
            <pc:docMk/>
            <pc:sldMk cId="2468666607" sldId="274"/>
            <ac:picMk id="7" creationId="{CCC0965E-DF0C-8E79-66A6-940E9A1EED4B}"/>
          </ac:picMkLst>
        </pc:picChg>
        <pc:picChg chg="mod">
          <ac:chgData name="Zenteno Smith, Francisco" userId="a00ea38b-0d5e-42e4-8f85-e159a65b10ad" providerId="ADAL" clId="{86CB82BE-B1B8-4EE5-ACA9-DB0DDB5C848F}" dt="2026-04-06T22:01:19.868" v="10510" actId="1076"/>
          <ac:picMkLst>
            <pc:docMk/>
            <pc:sldMk cId="2468666607" sldId="274"/>
            <ac:picMk id="17" creationId="{ECEF5017-5966-AAD2-4FBB-2368B4877185}"/>
          </ac:picMkLst>
        </pc:picChg>
        <pc:picChg chg="mod">
          <ac:chgData name="Zenteno Smith, Francisco" userId="a00ea38b-0d5e-42e4-8f85-e159a65b10ad" providerId="ADAL" clId="{86CB82BE-B1B8-4EE5-ACA9-DB0DDB5C848F}" dt="2026-04-06T21:25:50.377" v="10265" actId="1076"/>
          <ac:picMkLst>
            <pc:docMk/>
            <pc:sldMk cId="2468666607" sldId="274"/>
            <ac:picMk id="25" creationId="{4081EF8F-0BF3-0218-851B-726E0FC0B124}"/>
          </ac:picMkLst>
        </pc:picChg>
        <pc:cxnChg chg="mod">
          <ac:chgData name="Zenteno Smith, Francisco" userId="a00ea38b-0d5e-42e4-8f85-e159a65b10ad" providerId="ADAL" clId="{86CB82BE-B1B8-4EE5-ACA9-DB0DDB5C848F}" dt="2026-04-06T21:22:38.912" v="10149" actId="1076"/>
          <ac:cxnSpMkLst>
            <pc:docMk/>
            <pc:sldMk cId="2468666607" sldId="274"/>
            <ac:cxnSpMk id="8" creationId="{E6B5AD69-6D82-22A3-A239-9986FE98AB0C}"/>
          </ac:cxnSpMkLst>
        </pc:cxnChg>
        <pc:cxnChg chg="mod">
          <ac:chgData name="Zenteno Smith, Francisco" userId="a00ea38b-0d5e-42e4-8f85-e159a65b10ad" providerId="ADAL" clId="{86CB82BE-B1B8-4EE5-ACA9-DB0DDB5C848F}" dt="2026-04-06T21:24:00.128" v="10163" actId="1035"/>
          <ac:cxnSpMkLst>
            <pc:docMk/>
            <pc:sldMk cId="2468666607" sldId="274"/>
            <ac:cxnSpMk id="12" creationId="{05D9C1E6-9FD5-FF0E-3751-2D33C2725EE5}"/>
          </ac:cxnSpMkLst>
        </pc:cxnChg>
        <pc:cxnChg chg="add del mod">
          <ac:chgData name="Zenteno Smith, Francisco" userId="a00ea38b-0d5e-42e4-8f85-e159a65b10ad" providerId="ADAL" clId="{86CB82BE-B1B8-4EE5-ACA9-DB0DDB5C848F}" dt="2026-04-08T14:11:05.808" v="10914" actId="478"/>
          <ac:cxnSpMkLst>
            <pc:docMk/>
            <pc:sldMk cId="2468666607" sldId="274"/>
            <ac:cxnSpMk id="16" creationId="{BD0C561F-F5F2-3F21-5594-2B31BFDD23C8}"/>
          </ac:cxnSpMkLst>
        </pc:cxnChg>
        <pc:cxnChg chg="mod">
          <ac:chgData name="Zenteno Smith, Francisco" userId="a00ea38b-0d5e-42e4-8f85-e159a65b10ad" providerId="ADAL" clId="{86CB82BE-B1B8-4EE5-ACA9-DB0DDB5C848F}" dt="2026-04-06T21:25:42.084" v="10261" actId="14100"/>
          <ac:cxnSpMkLst>
            <pc:docMk/>
            <pc:sldMk cId="2468666607" sldId="274"/>
            <ac:cxnSpMk id="21" creationId="{B23216E8-E814-F362-0FF8-FCBB03DAC5FB}"/>
          </ac:cxnSpMkLst>
        </pc:cxnChg>
        <pc:cxnChg chg="mod">
          <ac:chgData name="Zenteno Smith, Francisco" userId="a00ea38b-0d5e-42e4-8f85-e159a65b10ad" providerId="ADAL" clId="{86CB82BE-B1B8-4EE5-ACA9-DB0DDB5C848F}" dt="2026-04-06T21:25:59.903" v="10269" actId="14100"/>
          <ac:cxnSpMkLst>
            <pc:docMk/>
            <pc:sldMk cId="2468666607" sldId="274"/>
            <ac:cxnSpMk id="28" creationId="{9E0A7706-B4B3-6C79-ADBA-29D720D5BB9B}"/>
          </ac:cxnSpMkLst>
        </pc:cxnChg>
      </pc:sldChg>
      <pc:sldChg chg="addSp delSp modSp add del mod modNotesTx">
        <pc:chgData name="Zenteno Smith, Francisco" userId="a00ea38b-0d5e-42e4-8f85-e159a65b10ad" providerId="ADAL" clId="{86CB82BE-B1B8-4EE5-ACA9-DB0DDB5C848F}" dt="2026-04-08T14:31:39.368" v="11232" actId="47"/>
        <pc:sldMkLst>
          <pc:docMk/>
          <pc:sldMk cId="2906798583" sldId="275"/>
        </pc:sldMkLst>
        <pc:spChg chg="add del mod">
          <ac:chgData name="Zenteno Smith, Francisco" userId="a00ea38b-0d5e-42e4-8f85-e159a65b10ad" providerId="ADAL" clId="{86CB82BE-B1B8-4EE5-ACA9-DB0DDB5C848F}" dt="2026-04-08T14:30:39.220" v="11229" actId="20577"/>
          <ac:spMkLst>
            <pc:docMk/>
            <pc:sldMk cId="2906798583" sldId="275"/>
            <ac:spMk id="3" creationId="{7A370223-F284-03E9-F634-4357AA727F9F}"/>
          </ac:spMkLst>
        </pc:spChg>
        <pc:spChg chg="mod">
          <ac:chgData name="Zenteno Smith, Francisco" userId="a00ea38b-0d5e-42e4-8f85-e159a65b10ad" providerId="ADAL" clId="{86CB82BE-B1B8-4EE5-ACA9-DB0DDB5C848F}" dt="2026-04-08T14:30:21.591" v="11207" actId="20577"/>
          <ac:spMkLst>
            <pc:docMk/>
            <pc:sldMk cId="2906798583" sldId="275"/>
            <ac:spMk id="4" creationId="{79C2126B-FE62-5AA5-0F9C-D7FD28E941C3}"/>
          </ac:spMkLst>
        </pc:spChg>
        <pc:spChg chg="del">
          <ac:chgData name="Zenteno Smith, Francisco" userId="a00ea38b-0d5e-42e4-8f85-e159a65b10ad" providerId="ADAL" clId="{86CB82BE-B1B8-4EE5-ACA9-DB0DDB5C848F}" dt="2026-04-08T14:29:59.263" v="11183" actId="478"/>
          <ac:spMkLst>
            <pc:docMk/>
            <pc:sldMk cId="2906798583" sldId="275"/>
            <ac:spMk id="5" creationId="{4F9E62B1-65D3-C982-4CC9-9E172774FE44}"/>
          </ac:spMkLst>
        </pc:spChg>
        <pc:spChg chg="del">
          <ac:chgData name="Zenteno Smith, Francisco" userId="a00ea38b-0d5e-42e4-8f85-e159a65b10ad" providerId="ADAL" clId="{86CB82BE-B1B8-4EE5-ACA9-DB0DDB5C848F}" dt="2026-04-08T14:29:59.263" v="11183" actId="478"/>
          <ac:spMkLst>
            <pc:docMk/>
            <pc:sldMk cId="2906798583" sldId="275"/>
            <ac:spMk id="10" creationId="{1D98DC4C-0B66-3A72-C1BF-34BCDFFE8002}"/>
          </ac:spMkLst>
        </pc:spChg>
        <pc:spChg chg="add">
          <ac:chgData name="Zenteno Smith, Francisco" userId="a00ea38b-0d5e-42e4-8f85-e159a65b10ad" providerId="ADAL" clId="{86CB82BE-B1B8-4EE5-ACA9-DB0DDB5C848F}" dt="2026-04-08T14:30:50.234" v="11230"/>
          <ac:spMkLst>
            <pc:docMk/>
            <pc:sldMk cId="2906798583" sldId="275"/>
            <ac:spMk id="11" creationId="{A409CA3B-3393-7802-FC00-C00AC5656853}"/>
          </ac:spMkLst>
        </pc:spChg>
        <pc:spChg chg="add">
          <ac:chgData name="Zenteno Smith, Francisco" userId="a00ea38b-0d5e-42e4-8f85-e159a65b10ad" providerId="ADAL" clId="{86CB82BE-B1B8-4EE5-ACA9-DB0DDB5C848F}" dt="2026-04-08T14:30:57.044" v="11231"/>
          <ac:spMkLst>
            <pc:docMk/>
            <pc:sldMk cId="2906798583" sldId="275"/>
            <ac:spMk id="13" creationId="{F13A3CCE-3E45-23C5-7FE5-B95E422568BA}"/>
          </ac:spMkLst>
        </pc:spChg>
        <pc:spChg chg="del">
          <ac:chgData name="Zenteno Smith, Francisco" userId="a00ea38b-0d5e-42e4-8f85-e159a65b10ad" providerId="ADAL" clId="{86CB82BE-B1B8-4EE5-ACA9-DB0DDB5C848F}" dt="2026-04-08T14:29:59.263" v="11183" actId="478"/>
          <ac:spMkLst>
            <pc:docMk/>
            <pc:sldMk cId="2906798583" sldId="275"/>
            <ac:spMk id="19" creationId="{7DC2CDD2-43A2-7C4C-89EC-52FFCCD9D105}"/>
          </ac:spMkLst>
        </pc:spChg>
        <pc:spChg chg="del">
          <ac:chgData name="Zenteno Smith, Francisco" userId="a00ea38b-0d5e-42e4-8f85-e159a65b10ad" providerId="ADAL" clId="{86CB82BE-B1B8-4EE5-ACA9-DB0DDB5C848F}" dt="2026-04-08T14:29:59.263" v="11183" actId="478"/>
          <ac:spMkLst>
            <pc:docMk/>
            <pc:sldMk cId="2906798583" sldId="275"/>
            <ac:spMk id="20" creationId="{1660DCB3-BFD5-3ADB-1C27-EE693B019080}"/>
          </ac:spMkLst>
        </pc:spChg>
        <pc:spChg chg="del">
          <ac:chgData name="Zenteno Smith, Francisco" userId="a00ea38b-0d5e-42e4-8f85-e159a65b10ad" providerId="ADAL" clId="{86CB82BE-B1B8-4EE5-ACA9-DB0DDB5C848F}" dt="2026-04-08T14:29:59.263" v="11183" actId="478"/>
          <ac:spMkLst>
            <pc:docMk/>
            <pc:sldMk cId="2906798583" sldId="275"/>
            <ac:spMk id="21" creationId="{55DCDC7B-AC82-38A7-69F0-761A9ECBCBE7}"/>
          </ac:spMkLst>
        </pc:spChg>
        <pc:spChg chg="del">
          <ac:chgData name="Zenteno Smith, Francisco" userId="a00ea38b-0d5e-42e4-8f85-e159a65b10ad" providerId="ADAL" clId="{86CB82BE-B1B8-4EE5-ACA9-DB0DDB5C848F}" dt="2026-04-08T14:29:59.263" v="11183" actId="478"/>
          <ac:spMkLst>
            <pc:docMk/>
            <pc:sldMk cId="2906798583" sldId="275"/>
            <ac:spMk id="26" creationId="{7560DE85-97AF-3B76-18AB-57749D4BE34F}"/>
          </ac:spMkLst>
        </pc:spChg>
        <pc:spChg chg="del">
          <ac:chgData name="Zenteno Smith, Francisco" userId="a00ea38b-0d5e-42e4-8f85-e159a65b10ad" providerId="ADAL" clId="{86CB82BE-B1B8-4EE5-ACA9-DB0DDB5C848F}" dt="2026-04-08T14:29:59.263" v="11183" actId="478"/>
          <ac:spMkLst>
            <pc:docMk/>
            <pc:sldMk cId="2906798583" sldId="275"/>
            <ac:spMk id="31" creationId="{432B187E-3445-669D-F60A-93F3BBD12590}"/>
          </ac:spMkLst>
        </pc:spChg>
        <pc:spChg chg="del">
          <ac:chgData name="Zenteno Smith, Francisco" userId="a00ea38b-0d5e-42e4-8f85-e159a65b10ad" providerId="ADAL" clId="{86CB82BE-B1B8-4EE5-ACA9-DB0DDB5C848F}" dt="2026-04-08T14:29:59.263" v="11183" actId="478"/>
          <ac:spMkLst>
            <pc:docMk/>
            <pc:sldMk cId="2906798583" sldId="275"/>
            <ac:spMk id="34" creationId="{E5906EEA-5A1E-8021-7CF3-B40657AE23D6}"/>
          </ac:spMkLst>
        </pc:spChg>
        <pc:spChg chg="del">
          <ac:chgData name="Zenteno Smith, Francisco" userId="a00ea38b-0d5e-42e4-8f85-e159a65b10ad" providerId="ADAL" clId="{86CB82BE-B1B8-4EE5-ACA9-DB0DDB5C848F}" dt="2026-04-08T14:29:59.263" v="11183" actId="478"/>
          <ac:spMkLst>
            <pc:docMk/>
            <pc:sldMk cId="2906798583" sldId="275"/>
            <ac:spMk id="79" creationId="{121EB34D-0178-66E4-BB96-C68D8FD6B9A8}"/>
          </ac:spMkLst>
        </pc:spChg>
        <pc:spChg chg="del">
          <ac:chgData name="Zenteno Smith, Francisco" userId="a00ea38b-0d5e-42e4-8f85-e159a65b10ad" providerId="ADAL" clId="{86CB82BE-B1B8-4EE5-ACA9-DB0DDB5C848F}" dt="2026-04-08T14:29:59.263" v="11183" actId="478"/>
          <ac:spMkLst>
            <pc:docMk/>
            <pc:sldMk cId="2906798583" sldId="275"/>
            <ac:spMk id="80" creationId="{995EF711-0A03-EF13-3ABB-F9C79EE94FAD}"/>
          </ac:spMkLst>
        </pc:spChg>
        <pc:spChg chg="del mod">
          <ac:chgData name="Zenteno Smith, Francisco" userId="a00ea38b-0d5e-42e4-8f85-e159a65b10ad" providerId="ADAL" clId="{86CB82BE-B1B8-4EE5-ACA9-DB0DDB5C848F}" dt="2026-04-08T14:29:54.603" v="11182" actId="478"/>
          <ac:spMkLst>
            <pc:docMk/>
            <pc:sldMk cId="2906798583" sldId="275"/>
            <ac:spMk id="90" creationId="{DD245060-DE89-3E9C-7153-4DA6FBDE5D84}"/>
          </ac:spMkLst>
        </pc:spChg>
        <pc:spChg chg="del">
          <ac:chgData name="Zenteno Smith, Francisco" userId="a00ea38b-0d5e-42e4-8f85-e159a65b10ad" providerId="ADAL" clId="{86CB82BE-B1B8-4EE5-ACA9-DB0DDB5C848F}" dt="2026-04-08T14:29:51.983" v="11178" actId="478"/>
          <ac:spMkLst>
            <pc:docMk/>
            <pc:sldMk cId="2906798583" sldId="275"/>
            <ac:spMk id="94" creationId="{FF8D05D0-505A-A0CD-970D-A68A99537DF1}"/>
          </ac:spMkLst>
        </pc:spChg>
        <pc:grpChg chg="del">
          <ac:chgData name="Zenteno Smith, Francisco" userId="a00ea38b-0d5e-42e4-8f85-e159a65b10ad" providerId="ADAL" clId="{86CB82BE-B1B8-4EE5-ACA9-DB0DDB5C848F}" dt="2026-04-08T14:29:52.635" v="11179" actId="478"/>
          <ac:grpSpMkLst>
            <pc:docMk/>
            <pc:sldMk cId="2906798583" sldId="275"/>
            <ac:grpSpMk id="66" creationId="{2A740D46-75FF-F86A-B1CA-0171F7733297}"/>
          </ac:grpSpMkLst>
        </pc:grpChg>
        <pc:grpChg chg="del">
          <ac:chgData name="Zenteno Smith, Francisco" userId="a00ea38b-0d5e-42e4-8f85-e159a65b10ad" providerId="ADAL" clId="{86CB82BE-B1B8-4EE5-ACA9-DB0DDB5C848F}" dt="2026-04-08T14:29:53.291" v="11180" actId="478"/>
          <ac:grpSpMkLst>
            <pc:docMk/>
            <pc:sldMk cId="2906798583" sldId="275"/>
            <ac:grpSpMk id="88" creationId="{E26B6448-79A7-2ED9-F88B-7B7798E88D75}"/>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01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662A-230F-C456-D681-DEBAAC47B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87162-BB1D-727C-53CF-21922912D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975C6-4A94-0CA9-20AC-8154F2777A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E500F2-0810-BBFB-FCF6-13AFE90BDFA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18127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C53DE-7203-C74F-9499-12A0426B2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ECE8F-1E35-6B30-CBBC-295DFE670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817EE-6864-D6E8-1FE4-2A20D6300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1EA012-9E23-4DCE-0C29-83925E60339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502137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3095-85FE-4CC0-E830-C0BB004CE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345FF-8998-2356-AE37-583523854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AD16F5-DE1B-DA74-A30D-A85437F0E2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845985-27F1-AB23-9B49-4FA1C66F645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40142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A8C5F-D39D-5514-EE75-3F994A74C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87F529-CEA1-E610-74F8-A87EBE8F2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5182A-F5F7-8660-B6DF-A39D4B6784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3465B4-DCAF-59DB-548E-41DBCC5DAF7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39258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78C8-99A7-E841-B19D-2D4F15F9B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228E6-55E1-C48F-65C4-4B31FDEB7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C061A-138F-3EE3-CD63-0ECF1F8D4F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BDE792-ED83-C584-18F1-45DD820A8A4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13777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864A8-6C87-AE92-6931-FED39D31E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65566-C158-8867-410D-3E61DA53B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A7566-11F3-ED91-AA41-14FA82F4FD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2095F0-4145-31B0-41BC-F89B382FB0D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88297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03EC5-71C0-C324-906E-E03400BB3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5AEC2-8BFF-8238-ED9D-0446967E7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D4E10-25C3-5987-27F8-8E366FE81D43}"/>
              </a:ext>
            </a:extLst>
          </p:cNvPr>
          <p:cNvSpPr>
            <a:spLocks noGrp="1"/>
          </p:cNvSpPr>
          <p:nvPr>
            <p:ph type="body" idx="1"/>
          </p:nvPr>
        </p:nvSpPr>
        <p:spPr/>
        <p:txBody>
          <a:bodyPr/>
          <a:lstStyle/>
          <a:p>
            <a:r>
              <a:rPr lang="en-US" dirty="0"/>
              <a:t>The recommendations of this workshop might get obsolete soon.</a:t>
            </a:r>
          </a:p>
        </p:txBody>
      </p:sp>
      <p:sp>
        <p:nvSpPr>
          <p:cNvPr id="4" name="Slide Number Placeholder 3">
            <a:extLst>
              <a:ext uri="{FF2B5EF4-FFF2-40B4-BE49-F238E27FC236}">
                <a16:creationId xmlns:a16="http://schemas.microsoft.com/office/drawing/2014/main" id="{FB979B78-B0A0-7AF1-D56A-80FADDD8D57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8681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FB778-DBD1-5038-0090-4E9BE6FEA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3EE28-F5CC-6823-F7CD-A61B5D63B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4CC01-BCE8-B251-77BE-2DE2E49996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18E71F-61B9-DFD3-459C-10E0A19DF90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51363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751BD-1A8B-D651-84F4-EC98C0823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236B6-F5FF-7194-9C92-5F4977BA0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CD914-AEA0-87ED-0CD6-C35CEB69E5D5}"/>
              </a:ext>
            </a:extLst>
          </p:cNvPr>
          <p:cNvSpPr>
            <a:spLocks noGrp="1"/>
          </p:cNvSpPr>
          <p:nvPr>
            <p:ph type="body" idx="1"/>
          </p:nvPr>
        </p:nvSpPr>
        <p:spPr/>
        <p:txBody>
          <a:bodyPr/>
          <a:lstStyle/>
          <a:p>
            <a:pPr marL="171450" indent="-171450">
              <a:buFont typeface="Arial" panose="020B0604020202020204" pitchFamily="34" charset="0"/>
              <a:buChar char="•"/>
            </a:pPr>
            <a:r>
              <a:rPr lang="en-US" dirty="0"/>
              <a:t>If the instruction file is too big, it is not guaranteed to be followed completely, or if another context present is contradicting, or confusing.</a:t>
            </a:r>
          </a:p>
          <a:p>
            <a:pPr marL="171450" indent="-171450">
              <a:buFont typeface="Arial" panose="020B0604020202020204" pitchFamily="34" charset="0"/>
              <a:buChar char="•"/>
            </a:pPr>
            <a:r>
              <a:rPr lang="en-US" dirty="0"/>
              <a:t>Add elements to the instructions as needed: for instance we had indicated wrongly that the project used Java 11, when actually it used Java 8. It was wrongly adding J11 snippets of code that did not compile. Then we corrected this definition and it the agent started to avoid that mistake.</a:t>
            </a:r>
          </a:p>
        </p:txBody>
      </p:sp>
      <p:sp>
        <p:nvSpPr>
          <p:cNvPr id="4" name="Slide Number Placeholder 3">
            <a:extLst>
              <a:ext uri="{FF2B5EF4-FFF2-40B4-BE49-F238E27FC236}">
                <a16:creationId xmlns:a16="http://schemas.microsoft.com/office/drawing/2014/main" id="{1AEFAAF0-BD00-E4A7-F2EC-6CBA1E16405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30705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8B338-BBA9-F07C-3D4A-AFFD11CE6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05F9C-44A6-3A85-FC07-ADA535594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B43C3-E859-3DCC-CF4B-A970E1F6AA9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2A3A19A-2641-496D-EB7E-2BCE82FD714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74159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56229-C623-363D-629D-A00983AED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43D8D-98FA-1517-1DDF-342712A07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609AD-354B-941D-008C-607929C2D2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147B3B-4B17-CAE3-8159-E0023F7DE1C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71386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C92D-B2A5-A89A-5EE1-57FFF12D2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A2E62-86C8-D3A8-133C-61D5C1436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7C6E4-4FF3-FA6F-34B0-3B96B8E053C5}"/>
              </a:ext>
            </a:extLst>
          </p:cNvPr>
          <p:cNvSpPr>
            <a:spLocks noGrp="1"/>
          </p:cNvSpPr>
          <p:nvPr>
            <p:ph type="body" idx="1"/>
          </p:nvPr>
        </p:nvSpPr>
        <p:spPr/>
        <p:txBody>
          <a:bodyPr/>
          <a:lstStyle/>
          <a:p>
            <a:r>
              <a:rPr lang="en-US" dirty="0"/>
              <a:t>Note: the coding phase in the agent-delegation approach is parallelizable.</a:t>
            </a:r>
          </a:p>
          <a:p>
            <a:r>
              <a:rPr lang="en-US" dirty="0"/>
              <a:t>Note: the bottleneck on each approach is different: in the first is coding, in the second is team review.</a:t>
            </a:r>
          </a:p>
        </p:txBody>
      </p:sp>
      <p:sp>
        <p:nvSpPr>
          <p:cNvPr id="4" name="Slide Number Placeholder 3">
            <a:extLst>
              <a:ext uri="{FF2B5EF4-FFF2-40B4-BE49-F238E27FC236}">
                <a16:creationId xmlns:a16="http://schemas.microsoft.com/office/drawing/2014/main" id="{3E749F71-6187-1A98-AAA7-862FDA9AFAD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64474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C6E9-3731-0781-56E7-AFBEAFDD3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7CEA3-C5CA-D11F-0626-0E512E5CD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336DA-6118-5AC4-2443-11CDB8B7C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55ED0B-D85E-5660-3448-EFB1D0227BD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54841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39712-F714-FB3D-4067-F447B9B48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6E759-A93A-F4A9-7B1F-B7C6CD560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C9D863-76F7-17B3-2562-F68D38EA49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3BBC93-D63B-F52F-4D84-C682296B8A9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43024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0E97E-5BB4-4984-88AB-2065BA937F47}" type="datetime1">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59838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efo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ithub.com/sefop/sefop-training-hub/tree/main/workshops/2026-07-06-jetblue" TargetMode="External"/><Relationship Id="rId5" Type="http://schemas.openxmlformats.org/officeDocument/2006/relationships/hyperlink" Target="https://github.com/sefop/sefop-training-hub/tree/main/guides" TargetMode="External"/><Relationship Id="rId4" Type="http://schemas.openxmlformats.org/officeDocument/2006/relationships/hyperlink" Target="https://github.com/sefop/training-testing-python"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Geoffrey_Chang"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hyperlink" Target="https://en.wikipedia.org/wiki/Ariane_flight_V88"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dora.dev/research/2025/dora-report/"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s://github.com/sefop/sefop-python-starter" TargetMode="External"/><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0.png"/><Relationship Id="rId7" Type="http://schemas.openxmlformats.org/officeDocument/2006/relationships/hyperlink" Target="https://github.blog/ai-and-ml/unlocking-the-full-power-of-copilot-code-review-master-your-instructions-files/"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arxiv.org/pdf/2602.11988" TargetMode="External"/><Relationship Id="rId4" Type="http://schemas.openxmlformats.org/officeDocument/2006/relationships/hyperlink" Target="https://github.com/mattpocock/skill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hyperlink" Target="https://github.com/mattpocock/skills/blob/main/grill-me/SKILL.md" TargetMode="Externa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7.sv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forms.gle/Ajp2wa3kgcDhyGDW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A4BD"/>
          </a:solidFill>
          <a:ln/>
        </p:spPr>
        <p:txBody>
          <a:bodyPr/>
          <a:lstStyle/>
          <a:p>
            <a:endParaRPr lang="en-US"/>
          </a:p>
        </p:txBody>
      </p:sp>
      <p:sp>
        <p:nvSpPr>
          <p:cNvPr id="3" name="Shape 1"/>
          <p:cNvSpPr/>
          <p:nvPr/>
        </p:nvSpPr>
        <p:spPr>
          <a:xfrm>
            <a:off x="6492240" y="0"/>
            <a:ext cx="2651760" cy="5143500"/>
          </a:xfrm>
          <a:prstGeom prst="rect">
            <a:avLst/>
          </a:prstGeom>
          <a:solidFill>
            <a:srgbClr val="E0F5F9"/>
          </a:solidFill>
          <a:ln/>
        </p:spPr>
        <p:txBody>
          <a:bodyPr/>
          <a:lstStyle/>
          <a:p>
            <a:endParaRPr lang="en-US"/>
          </a:p>
        </p:txBody>
      </p:sp>
      <p:sp>
        <p:nvSpPr>
          <p:cNvPr id="4" name="Shape 2"/>
          <p:cNvSpPr/>
          <p:nvPr/>
        </p:nvSpPr>
        <p:spPr>
          <a:xfrm>
            <a:off x="6492240" y="0"/>
            <a:ext cx="36576" cy="5143500"/>
          </a:xfrm>
          <a:prstGeom prst="rect">
            <a:avLst/>
          </a:prstGeom>
          <a:solidFill>
            <a:srgbClr val="00A4BD"/>
          </a:solidFill>
          <a:ln/>
        </p:spPr>
        <p:txBody>
          <a:bodyPr/>
          <a:lstStyle/>
          <a:p>
            <a:endParaRPr lang="en-US"/>
          </a:p>
        </p:txBody>
      </p:sp>
      <p:sp>
        <p:nvSpPr>
          <p:cNvPr id="5" name="Shape 3"/>
          <p:cNvSpPr/>
          <p:nvPr/>
        </p:nvSpPr>
        <p:spPr>
          <a:xfrm>
            <a:off x="6858000" y="457200"/>
            <a:ext cx="1280160" cy="1280160"/>
          </a:xfrm>
          <a:prstGeom prst="ellipse">
            <a:avLst/>
          </a:prstGeom>
          <a:solidFill>
            <a:srgbClr val="00A4BD">
              <a:alpha val="20000"/>
            </a:srgbClr>
          </a:solidFill>
          <a:ln/>
        </p:spPr>
        <p:txBody>
          <a:bodyPr/>
          <a:lstStyle/>
          <a:p>
            <a:endParaRPr lang="en-US"/>
          </a:p>
        </p:txBody>
      </p:sp>
      <p:sp>
        <p:nvSpPr>
          <p:cNvPr id="6" name="Shape 4"/>
          <p:cNvSpPr/>
          <p:nvPr/>
        </p:nvSpPr>
        <p:spPr>
          <a:xfrm>
            <a:off x="7589520" y="1554480"/>
            <a:ext cx="1463040" cy="1463040"/>
          </a:xfrm>
          <a:prstGeom prst="ellipse">
            <a:avLst/>
          </a:prstGeom>
          <a:solidFill>
            <a:srgbClr val="007A8C">
              <a:alpha val="18000"/>
            </a:srgbClr>
          </a:solidFill>
          <a:ln/>
        </p:spPr>
        <p:txBody>
          <a:bodyPr/>
          <a:lstStyle/>
          <a:p>
            <a:endParaRPr lang="en-US"/>
          </a:p>
        </p:txBody>
      </p:sp>
      <p:sp>
        <p:nvSpPr>
          <p:cNvPr id="7" name="Shape 5"/>
          <p:cNvSpPr/>
          <p:nvPr/>
        </p:nvSpPr>
        <p:spPr>
          <a:xfrm>
            <a:off x="6675120" y="3017520"/>
            <a:ext cx="731520" cy="731520"/>
          </a:xfrm>
          <a:prstGeom prst="ellipse">
            <a:avLst/>
          </a:prstGeom>
          <a:solidFill>
            <a:srgbClr val="00A4BD">
              <a:alpha val="25000"/>
            </a:srgbClr>
          </a:solidFill>
          <a:ln/>
        </p:spPr>
        <p:txBody>
          <a:bodyPr/>
          <a:lstStyle/>
          <a:p>
            <a:endParaRPr lang="en-US"/>
          </a:p>
        </p:txBody>
      </p:sp>
      <p:sp>
        <p:nvSpPr>
          <p:cNvPr id="8" name="Shape 6"/>
          <p:cNvSpPr/>
          <p:nvPr/>
        </p:nvSpPr>
        <p:spPr>
          <a:xfrm>
            <a:off x="7406640" y="3474720"/>
            <a:ext cx="914400" cy="914400"/>
          </a:xfrm>
          <a:prstGeom prst="ellipse">
            <a:avLst/>
          </a:prstGeom>
          <a:solidFill>
            <a:srgbClr val="FFFFFF"/>
          </a:solidFill>
          <a:ln/>
          <a:effectLst>
            <a:outerShdw blurRad="50800" dist="25400" dir="8100000" algn="bl" rotWithShape="0">
              <a:srgbClr val="94A3B8">
                <a:alpha val="18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7543800" y="3611880"/>
            <a:ext cx="640080" cy="640080"/>
          </a:xfrm>
          <a:prstGeom prst="rect">
            <a:avLst/>
          </a:prstGeom>
        </p:spPr>
      </p:pic>
      <p:sp>
        <p:nvSpPr>
          <p:cNvPr id="11" name="Text 8"/>
          <p:cNvSpPr/>
          <p:nvPr/>
        </p:nvSpPr>
        <p:spPr>
          <a:xfrm>
            <a:off x="670700" y="823400"/>
            <a:ext cx="5912980" cy="2286000"/>
          </a:xfrm>
          <a:prstGeom prst="rect">
            <a:avLst/>
          </a:prstGeom>
          <a:noFill/>
          <a:ln/>
        </p:spPr>
        <p:txBody>
          <a:bodyPr wrap="square" lIns="0" tIns="0" rIns="0" bIns="0" rtlCol="0" anchor="ctr"/>
          <a:lstStyle/>
          <a:p>
            <a:pPr marL="0" indent="0">
              <a:buNone/>
            </a:pPr>
            <a:r>
              <a:rPr lang="en-US" sz="3400" b="1" dirty="0">
                <a:solidFill>
                  <a:srgbClr val="0D1B3E"/>
                </a:solidFill>
              </a:rPr>
              <a:t>Agentic AI and the future of optimization development</a:t>
            </a:r>
            <a:endParaRPr lang="en-US" sz="3400" dirty="0"/>
          </a:p>
        </p:txBody>
      </p:sp>
      <p:sp>
        <p:nvSpPr>
          <p:cNvPr id="12" name="Shape 9"/>
          <p:cNvSpPr/>
          <p:nvPr/>
        </p:nvSpPr>
        <p:spPr>
          <a:xfrm>
            <a:off x="1849772" y="3337560"/>
            <a:ext cx="2560320" cy="45720"/>
          </a:xfrm>
          <a:prstGeom prst="rect">
            <a:avLst/>
          </a:prstGeom>
          <a:solidFill>
            <a:srgbClr val="00A4BD"/>
          </a:solidFill>
          <a:ln/>
        </p:spPr>
        <p:txBody>
          <a:bodyPr/>
          <a:lstStyle/>
          <a:p>
            <a:endParaRPr lang="en-US"/>
          </a:p>
        </p:txBody>
      </p:sp>
      <p:sp>
        <p:nvSpPr>
          <p:cNvPr id="14" name="Shape 11"/>
          <p:cNvSpPr/>
          <p:nvPr/>
        </p:nvSpPr>
        <p:spPr>
          <a:xfrm>
            <a:off x="0" y="4956048"/>
            <a:ext cx="9144000" cy="187452"/>
          </a:xfrm>
          <a:prstGeom prst="rect">
            <a:avLst/>
          </a:prstGeom>
          <a:solidFill>
            <a:srgbClr val="E2E8F2"/>
          </a:solidFill>
          <a:ln/>
        </p:spPr>
        <p:txBody>
          <a:bodyPr/>
          <a:lstStyle/>
          <a:p>
            <a:endParaRPr lang="en-US"/>
          </a:p>
        </p:txBody>
      </p:sp>
      <p:sp>
        <p:nvSpPr>
          <p:cNvPr id="17" name="Text 8">
            <a:extLst>
              <a:ext uri="{FF2B5EF4-FFF2-40B4-BE49-F238E27FC236}">
                <a16:creationId xmlns:a16="http://schemas.microsoft.com/office/drawing/2014/main" id="{7CFC9AC6-DA85-D46B-4BF8-9F53FB99EA65}"/>
              </a:ext>
            </a:extLst>
          </p:cNvPr>
          <p:cNvSpPr/>
          <p:nvPr/>
        </p:nvSpPr>
        <p:spPr>
          <a:xfrm>
            <a:off x="1553936" y="3796731"/>
            <a:ext cx="3590907" cy="702997"/>
          </a:xfrm>
          <a:prstGeom prst="rect">
            <a:avLst/>
          </a:prstGeom>
          <a:noFill/>
          <a:ln/>
        </p:spPr>
        <p:txBody>
          <a:bodyPr wrap="square" lIns="0" tIns="0" rIns="0" bIns="0" rtlCol="0" anchor="ctr"/>
          <a:lstStyle/>
          <a:p>
            <a:pPr marL="0" indent="0">
              <a:buNone/>
            </a:pPr>
            <a:r>
              <a:rPr lang="en-US" sz="2400" b="1" dirty="0">
                <a:solidFill>
                  <a:srgbClr val="0D1B3E"/>
                </a:solidFill>
              </a:rPr>
              <a:t>JetBlue - Francisco Zenteno</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B6C2B-A06D-B0D6-57C2-8D0A66D98C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7D7883D-14FA-A993-107A-5A068E7C30E1}"/>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D2451B20-AE21-1282-733E-BA5B1825CD92}"/>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About me</a:t>
            </a:r>
            <a:endParaRPr lang="en-US" sz="3600" b="1" dirty="0"/>
          </a:p>
        </p:txBody>
      </p:sp>
      <p:sp>
        <p:nvSpPr>
          <p:cNvPr id="13" name="TextBox 12">
            <a:extLst>
              <a:ext uri="{FF2B5EF4-FFF2-40B4-BE49-F238E27FC236}">
                <a16:creationId xmlns:a16="http://schemas.microsoft.com/office/drawing/2014/main" id="{5BE6BF7C-7F02-5E4A-0DBD-A678696ECDA9}"/>
              </a:ext>
            </a:extLst>
          </p:cNvPr>
          <p:cNvSpPr txBox="1"/>
          <p:nvPr/>
        </p:nvSpPr>
        <p:spPr>
          <a:xfrm>
            <a:off x="372471" y="1046107"/>
            <a:ext cx="8046720" cy="2800767"/>
          </a:xfrm>
          <a:prstGeom prst="rect">
            <a:avLst/>
          </a:prstGeom>
          <a:noFill/>
        </p:spPr>
        <p:txBody>
          <a:bodyPr wrap="square">
            <a:spAutoFit/>
          </a:bodyPr>
          <a:lstStyle/>
          <a:p>
            <a:pPr algn="l"/>
            <a:r>
              <a:rPr sz="2200" b="0" i="0" dirty="0">
                <a:solidFill>
                  <a:srgbClr val="2D3748"/>
                </a:solidFill>
                <a:latin typeface="Calibri"/>
              </a:rPr>
              <a:t>Senior Operations Research Scientist</a:t>
            </a:r>
            <a:r>
              <a:rPr lang="en-US" sz="2200" b="0" i="0" dirty="0">
                <a:solidFill>
                  <a:srgbClr val="2D3748"/>
                </a:solidFill>
                <a:latin typeface="Calibri"/>
              </a:rPr>
              <a:t> at American Airlines</a:t>
            </a:r>
            <a:r>
              <a:rPr sz="2200" b="0" i="0" dirty="0">
                <a:solidFill>
                  <a:srgbClr val="2D3748"/>
                </a:solidFill>
                <a:latin typeface="Calibri"/>
              </a:rPr>
              <a:t>
</a:t>
            </a:r>
            <a:r>
              <a:rPr lang="en-US" sz="2200" b="0" i="0" dirty="0">
                <a:solidFill>
                  <a:srgbClr val="2D3748"/>
                </a:solidFill>
                <a:latin typeface="Calibri"/>
              </a:rPr>
              <a:t>- </a:t>
            </a:r>
            <a:r>
              <a:rPr sz="2200" b="0" i="0" dirty="0">
                <a:solidFill>
                  <a:srgbClr val="2D3748"/>
                </a:solidFill>
                <a:latin typeface="Calibri"/>
              </a:rPr>
              <a:t>10 years in applied Operations Research.</a:t>
            </a:r>
            <a:endParaRPr lang="en-US" sz="2200" b="0" i="0" dirty="0">
              <a:solidFill>
                <a:srgbClr val="2D3748"/>
              </a:solidFill>
              <a:latin typeface="Calibri"/>
            </a:endParaRPr>
          </a:p>
          <a:p>
            <a:pPr algn="l"/>
            <a:endParaRPr lang="en-US" sz="2200" dirty="0">
              <a:solidFill>
                <a:srgbClr val="2D3748"/>
              </a:solidFill>
              <a:latin typeface="Calibri"/>
            </a:endParaRPr>
          </a:p>
          <a:p>
            <a:pPr algn="l"/>
            <a:r>
              <a:rPr lang="en-US" sz="2200" dirty="0">
                <a:solidFill>
                  <a:srgbClr val="2D3748"/>
                </a:solidFill>
                <a:latin typeface="Calibri"/>
              </a:rPr>
              <a:t>Education</a:t>
            </a:r>
          </a:p>
          <a:p>
            <a:pPr marL="342900" indent="-342900" algn="l">
              <a:buFontTx/>
              <a:buChar char="-"/>
            </a:pPr>
            <a:r>
              <a:rPr lang="en-US" sz="2200" b="0" i="0" dirty="0">
                <a:solidFill>
                  <a:srgbClr val="2D3748"/>
                </a:solidFill>
                <a:latin typeface="Calibri"/>
              </a:rPr>
              <a:t>Bache</a:t>
            </a:r>
            <a:r>
              <a:rPr lang="en-US" sz="2200" dirty="0">
                <a:solidFill>
                  <a:srgbClr val="2D3748"/>
                </a:solidFill>
                <a:latin typeface="Calibri"/>
              </a:rPr>
              <a:t>lors in Industrial Engineering PUC</a:t>
            </a:r>
          </a:p>
          <a:p>
            <a:pPr marL="342900" indent="-342900" algn="l">
              <a:buFontTx/>
              <a:buChar char="-"/>
            </a:pPr>
            <a:r>
              <a:rPr lang="en-US" sz="2200" b="0" i="0" dirty="0">
                <a:solidFill>
                  <a:srgbClr val="2D3748"/>
                </a:solidFill>
                <a:latin typeface="Calibri"/>
              </a:rPr>
              <a:t>Masters in Operations Research PUC</a:t>
            </a:r>
            <a:r>
              <a:rPr sz="2200" b="0" i="0" dirty="0">
                <a:solidFill>
                  <a:srgbClr val="2D3748"/>
                </a:solidFill>
                <a:latin typeface="Calibri"/>
              </a:rPr>
              <a:t>
</a:t>
            </a:r>
            <a:r>
              <a:rPr lang="en-US" sz="2200" b="0" i="0" dirty="0">
                <a:solidFill>
                  <a:srgbClr val="2D3748"/>
                </a:solidFill>
                <a:latin typeface="Calibri"/>
              </a:rPr>
              <a:t>Masters in Computer Science UCSD</a:t>
            </a:r>
          </a:p>
          <a:p>
            <a:pPr marL="342900" indent="-342900" algn="l">
              <a:buFontTx/>
              <a:buChar char="-"/>
            </a:pPr>
            <a:endParaRPr lang="en-US" sz="2200" dirty="0">
              <a:solidFill>
                <a:srgbClr val="2D3748"/>
              </a:solidFill>
              <a:latin typeface="Calibri"/>
            </a:endParaRPr>
          </a:p>
        </p:txBody>
      </p:sp>
      <p:pic>
        <p:nvPicPr>
          <p:cNvPr id="24" name="Picture 23">
            <a:extLst>
              <a:ext uri="{FF2B5EF4-FFF2-40B4-BE49-F238E27FC236}">
                <a16:creationId xmlns:a16="http://schemas.microsoft.com/office/drawing/2014/main" id="{2DCCE631-3840-1D11-7BC0-597FC013EE1A}"/>
              </a:ext>
            </a:extLst>
          </p:cNvPr>
          <p:cNvPicPr>
            <a:picLocks noChangeAspect="1"/>
          </p:cNvPicPr>
          <p:nvPr/>
        </p:nvPicPr>
        <p:blipFill>
          <a:blip r:embed="rId3"/>
          <a:stretch>
            <a:fillRect/>
          </a:stretch>
        </p:blipFill>
        <p:spPr>
          <a:xfrm>
            <a:off x="5543194" y="1726111"/>
            <a:ext cx="1144290" cy="1537926"/>
          </a:xfrm>
          <a:prstGeom prst="rect">
            <a:avLst/>
          </a:prstGeom>
        </p:spPr>
      </p:pic>
      <p:pic>
        <p:nvPicPr>
          <p:cNvPr id="29" name="Picture 28" descr="UCSD Logo, symbol, meaning, history, PNG, brand">
            <a:extLst>
              <a:ext uri="{FF2B5EF4-FFF2-40B4-BE49-F238E27FC236}">
                <a16:creationId xmlns:a16="http://schemas.microsoft.com/office/drawing/2014/main" id="{96530742-2002-D01A-4E28-43B6B4F2A797}"/>
              </a:ext>
            </a:extLst>
          </p:cNvPr>
          <p:cNvPicPr>
            <a:picLocks noChangeAspect="1"/>
          </p:cNvPicPr>
          <p:nvPr/>
        </p:nvPicPr>
        <p:blipFill>
          <a:blip r:embed="rId4"/>
          <a:stretch>
            <a:fillRect/>
          </a:stretch>
        </p:blipFill>
        <p:spPr>
          <a:xfrm>
            <a:off x="4913739" y="3421493"/>
            <a:ext cx="2403200" cy="1351800"/>
          </a:xfrm>
          <a:prstGeom prst="rect">
            <a:avLst/>
          </a:prstGeom>
        </p:spPr>
      </p:pic>
    </p:spTree>
    <p:extLst>
      <p:ext uri="{BB962C8B-B14F-4D97-AF65-F5344CB8AC3E}">
        <p14:creationId xmlns:p14="http://schemas.microsoft.com/office/powerpoint/2010/main" val="3749601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F454-A9BC-6E9E-706A-8CE71D3AD1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C6808B0-7985-1AF5-CEB2-E6738C13C57B}"/>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A956C6C0-1EB6-4C4D-A240-B2510852C1D5}"/>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t>SEFOP - </a:t>
            </a:r>
          </a:p>
        </p:txBody>
      </p:sp>
      <p:sp>
        <p:nvSpPr>
          <p:cNvPr id="3" name="TextBox 2">
            <a:extLst>
              <a:ext uri="{FF2B5EF4-FFF2-40B4-BE49-F238E27FC236}">
                <a16:creationId xmlns:a16="http://schemas.microsoft.com/office/drawing/2014/main" id="{A884E031-98F1-B1BD-7A15-FF8E9A185C0A}"/>
              </a:ext>
            </a:extLst>
          </p:cNvPr>
          <p:cNvSpPr txBox="1"/>
          <p:nvPr/>
        </p:nvSpPr>
        <p:spPr>
          <a:xfrm>
            <a:off x="1870745" y="290711"/>
            <a:ext cx="6463757" cy="400110"/>
          </a:xfrm>
          <a:prstGeom prst="rect">
            <a:avLst/>
          </a:prstGeom>
          <a:noFill/>
        </p:spPr>
        <p:txBody>
          <a:bodyPr wrap="none" rtlCol="0">
            <a:spAutoFit/>
          </a:bodyPr>
          <a:lstStyle/>
          <a:p>
            <a:r>
              <a:rPr lang="en-US" sz="2000" i="1" dirty="0"/>
              <a:t>Software Engineering Framework for Optimization Programs</a:t>
            </a:r>
          </a:p>
        </p:txBody>
      </p:sp>
      <p:sp>
        <p:nvSpPr>
          <p:cNvPr id="6" name="TextBox 5">
            <a:extLst>
              <a:ext uri="{FF2B5EF4-FFF2-40B4-BE49-F238E27FC236}">
                <a16:creationId xmlns:a16="http://schemas.microsoft.com/office/drawing/2014/main" id="{D80C491D-4DB0-A828-37F6-95263D7F6945}"/>
              </a:ext>
            </a:extLst>
          </p:cNvPr>
          <p:cNvSpPr txBox="1"/>
          <p:nvPr/>
        </p:nvSpPr>
        <p:spPr>
          <a:xfrm>
            <a:off x="372470" y="1046107"/>
            <a:ext cx="8318523" cy="3785652"/>
          </a:xfrm>
          <a:prstGeom prst="rect">
            <a:avLst/>
          </a:prstGeom>
          <a:noFill/>
        </p:spPr>
        <p:txBody>
          <a:bodyPr wrap="square">
            <a:spAutoFit/>
          </a:bodyPr>
          <a:lstStyle/>
          <a:p>
            <a:pPr marL="342900" indent="-342900" algn="l">
              <a:buFont typeface="Arial" panose="020B0604020202020204" pitchFamily="34" charset="0"/>
              <a:buChar char="•"/>
            </a:pPr>
            <a:r>
              <a:rPr lang="en-US" sz="2200" dirty="0">
                <a:solidFill>
                  <a:srgbClr val="2D3748"/>
                </a:solidFill>
                <a:latin typeface="Calibri"/>
              </a:rPr>
              <a:t>Free &amp; public repository:</a:t>
            </a:r>
          </a:p>
          <a:p>
            <a:pPr marL="800100" lvl="1" indent="-342900">
              <a:buFont typeface="Arial" panose="020B0604020202020204" pitchFamily="34" charset="0"/>
              <a:buChar char="•"/>
            </a:pPr>
            <a:r>
              <a:rPr lang="en-US" dirty="0">
                <a:solidFill>
                  <a:srgbClr val="2D3748"/>
                </a:solidFill>
                <a:latin typeface="Calibri"/>
              </a:rPr>
              <a:t>Shows how to design your optimization program with software principles</a:t>
            </a:r>
          </a:p>
          <a:p>
            <a:pPr marL="800100" lvl="1" indent="-342900">
              <a:buFont typeface="Arial" panose="020B0604020202020204" pitchFamily="34" charset="0"/>
              <a:buChar char="•"/>
            </a:pPr>
            <a:r>
              <a:rPr lang="en-US" dirty="0">
                <a:solidFill>
                  <a:srgbClr val="2D3748"/>
                </a:solidFill>
                <a:latin typeface="Calibri"/>
              </a:rPr>
              <a:t>Provides you teaching material for you to learn as well</a:t>
            </a:r>
          </a:p>
          <a:p>
            <a:pPr marL="342900" indent="-342900" algn="l">
              <a:buFont typeface="Arial" panose="020B0604020202020204" pitchFamily="34" charset="0"/>
              <a:buChar char="•"/>
            </a:pPr>
            <a:endParaRPr lang="en-US" sz="2200" dirty="0">
              <a:solidFill>
                <a:srgbClr val="2D3748"/>
              </a:solidFill>
              <a:latin typeface="Calibri"/>
            </a:endParaRPr>
          </a:p>
          <a:p>
            <a:pPr marL="342900" indent="-342900" algn="l">
              <a:buFont typeface="Arial" panose="020B0604020202020204" pitchFamily="34" charset="0"/>
              <a:buChar char="•"/>
            </a:pPr>
            <a:r>
              <a:rPr lang="en-US" sz="2200" dirty="0">
                <a:solidFill>
                  <a:srgbClr val="2D3748"/>
                </a:solidFill>
                <a:latin typeface="Calibri"/>
              </a:rPr>
              <a:t>Created from industry experience &amp; presented at different conferences</a:t>
            </a:r>
          </a:p>
          <a:p>
            <a:pPr marL="342900" indent="-342900" algn="l">
              <a:buFont typeface="Arial" panose="020B0604020202020204" pitchFamily="34" charset="0"/>
              <a:buChar char="•"/>
            </a:pPr>
            <a:endParaRPr lang="en-US" sz="2200" b="0" i="0" dirty="0">
              <a:solidFill>
                <a:srgbClr val="2D3748"/>
              </a:solidFill>
              <a:latin typeface="Calibri"/>
            </a:endParaRPr>
          </a:p>
          <a:p>
            <a:pPr marL="342900" indent="-342900">
              <a:buFont typeface="Arial" panose="020B0604020202020204" pitchFamily="34" charset="0"/>
              <a:buChar char="•"/>
            </a:pPr>
            <a:r>
              <a:rPr lang="en-US" sz="2200" dirty="0">
                <a:solidFill>
                  <a:srgbClr val="2D3748"/>
                </a:solidFill>
              </a:rPr>
              <a:t>Link: </a:t>
            </a:r>
            <a:r>
              <a:rPr lang="en-US" sz="2200" dirty="0">
                <a:solidFill>
                  <a:srgbClr val="2D3748"/>
                </a:solidFill>
                <a:hlinkClick r:id="rId3"/>
              </a:rPr>
              <a:t>https://github.com/sefop</a:t>
            </a:r>
            <a:r>
              <a:rPr lang="en-US" sz="2200" dirty="0">
                <a:solidFill>
                  <a:srgbClr val="2D3748"/>
                </a:solidFill>
              </a:rPr>
              <a:t> </a:t>
            </a:r>
          </a:p>
          <a:p>
            <a:pPr marL="800100" lvl="1" indent="-342900">
              <a:buFont typeface="Arial" panose="020B0604020202020204" pitchFamily="34" charset="0"/>
              <a:buChar char="•"/>
            </a:pPr>
            <a:r>
              <a:rPr lang="en-US" dirty="0">
                <a:solidFill>
                  <a:srgbClr val="2D3748"/>
                </a:solidFill>
              </a:rPr>
              <a:t>Python training: </a:t>
            </a:r>
            <a:r>
              <a:rPr lang="en-US" dirty="0">
                <a:hlinkClick r:id="rId4"/>
              </a:rPr>
              <a:t>https://github.com/sefop/training-testing-python</a:t>
            </a:r>
            <a:r>
              <a:rPr lang="en-US" dirty="0"/>
              <a:t> </a:t>
            </a:r>
          </a:p>
          <a:p>
            <a:pPr marL="800100" lvl="1" indent="-342900">
              <a:buFont typeface="Arial" panose="020B0604020202020204" pitchFamily="34" charset="0"/>
              <a:buChar char="•"/>
            </a:pPr>
            <a:r>
              <a:rPr lang="en-US" dirty="0">
                <a:solidFill>
                  <a:srgbClr val="2D3748"/>
                </a:solidFill>
              </a:rPr>
              <a:t>Guides: </a:t>
            </a:r>
            <a:r>
              <a:rPr lang="en-US" dirty="0">
                <a:hlinkClick r:id="rId5"/>
              </a:rPr>
              <a:t>https://github.com/sefop/sefop-training-hub/tree/main/guides</a:t>
            </a:r>
            <a:endParaRPr lang="en-US" dirty="0"/>
          </a:p>
          <a:p>
            <a:pPr marL="800100" lvl="1" indent="-342900">
              <a:buFont typeface="Arial" panose="020B0604020202020204" pitchFamily="34" charset="0"/>
              <a:buChar char="•"/>
            </a:pPr>
            <a:r>
              <a:rPr lang="en-US" dirty="0"/>
              <a:t>Today’s presentation: </a:t>
            </a:r>
            <a:r>
              <a:rPr lang="en-US" dirty="0">
                <a:hlinkClick r:id="rId6"/>
              </a:rPr>
              <a:t>https://github.com/sefop/sefop-training-hub/tree/main/workshops/2026-07-06-jetblue</a:t>
            </a:r>
            <a:r>
              <a:rPr lang="en-US" dirty="0"/>
              <a:t> </a:t>
            </a:r>
            <a:endParaRPr lang="en-US" sz="2200" dirty="0">
              <a:solidFill>
                <a:srgbClr val="2D3748"/>
              </a:solidFill>
              <a:latin typeface="Calibri"/>
            </a:endParaRPr>
          </a:p>
        </p:txBody>
      </p:sp>
      <p:sp>
        <p:nvSpPr>
          <p:cNvPr id="7" name="Speech Bubble: Rectangle 6">
            <a:extLst>
              <a:ext uri="{FF2B5EF4-FFF2-40B4-BE49-F238E27FC236}">
                <a16:creationId xmlns:a16="http://schemas.microsoft.com/office/drawing/2014/main" id="{3150A55B-102E-FC3D-F6EB-9108ED793C78}"/>
              </a:ext>
            </a:extLst>
          </p:cNvPr>
          <p:cNvSpPr/>
          <p:nvPr/>
        </p:nvSpPr>
        <p:spPr>
          <a:xfrm>
            <a:off x="5793282" y="2938933"/>
            <a:ext cx="2978248" cy="473186"/>
          </a:xfrm>
          <a:prstGeom prst="wedgeRectCallout">
            <a:avLst>
              <a:gd name="adj1" fmla="val -55375"/>
              <a:gd name="adj2" fmla="val 43896"/>
            </a:avLst>
          </a:prstGeom>
          <a:solidFill>
            <a:schemeClr val="accent4">
              <a:lumMod val="20000"/>
              <a:lumOff val="80000"/>
            </a:schemeClr>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Leave a star if you like it </a:t>
            </a:r>
            <a:r>
              <a:rPr lang="en-US" sz="2000" dirty="0">
                <a:solidFill>
                  <a:schemeClr val="tx1"/>
                </a:solidFill>
                <a:sym typeface="Wingdings" panose="05000000000000000000" pitchFamily="2" charset="2"/>
              </a:rPr>
              <a:t></a:t>
            </a:r>
            <a:endParaRPr lang="en-US" sz="2000" dirty="0">
              <a:solidFill>
                <a:schemeClr val="tx1"/>
              </a:solidFill>
            </a:endParaRPr>
          </a:p>
        </p:txBody>
      </p:sp>
    </p:spTree>
    <p:extLst>
      <p:ext uri="{BB962C8B-B14F-4D97-AF65-F5344CB8AC3E}">
        <p14:creationId xmlns:p14="http://schemas.microsoft.com/office/powerpoint/2010/main" val="2106166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02845-71E6-718C-8065-BBA54BCDEF7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00B7C5-8B5D-262E-E885-E4474DF9927A}"/>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6693149B-BB0A-01F2-FE1D-B6FFC3F186A8}"/>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t>Agenda</a:t>
            </a:r>
          </a:p>
        </p:txBody>
      </p:sp>
      <p:sp>
        <p:nvSpPr>
          <p:cNvPr id="6" name="TextBox 5">
            <a:extLst>
              <a:ext uri="{FF2B5EF4-FFF2-40B4-BE49-F238E27FC236}">
                <a16:creationId xmlns:a16="http://schemas.microsoft.com/office/drawing/2014/main" id="{EF5F3A8B-95DF-8166-1D03-7696EDA92853}"/>
              </a:ext>
            </a:extLst>
          </p:cNvPr>
          <p:cNvSpPr txBox="1"/>
          <p:nvPr/>
        </p:nvSpPr>
        <p:spPr>
          <a:xfrm>
            <a:off x="658469" y="1498945"/>
            <a:ext cx="7353018" cy="2246769"/>
          </a:xfrm>
          <a:prstGeom prst="rect">
            <a:avLst/>
          </a:prstGeom>
          <a:noFill/>
        </p:spPr>
        <p:txBody>
          <a:bodyPr wrap="square">
            <a:spAutoFit/>
          </a:bodyPr>
          <a:lstStyle/>
          <a:p>
            <a:pPr marL="457200" indent="-457200" algn="l">
              <a:buFont typeface="+mj-lt"/>
              <a:buAutoNum type="arabicPeriod"/>
            </a:pPr>
            <a:r>
              <a:rPr lang="en-US" sz="2800" dirty="0">
                <a:solidFill>
                  <a:srgbClr val="2D3748"/>
                </a:solidFill>
                <a:latin typeface="Calibri"/>
              </a:rPr>
              <a:t>Why learn software engineering?</a:t>
            </a:r>
          </a:p>
          <a:p>
            <a:pPr marL="457200" indent="-457200" algn="l">
              <a:buFont typeface="+mj-lt"/>
              <a:buAutoNum type="arabicPeriod"/>
            </a:pPr>
            <a:endParaRPr lang="en-US" sz="2800" dirty="0">
              <a:solidFill>
                <a:srgbClr val="2D3748"/>
              </a:solidFill>
              <a:latin typeface="Calibri"/>
            </a:endParaRPr>
          </a:p>
          <a:p>
            <a:pPr marL="457200" indent="-457200" algn="l">
              <a:buFont typeface="+mj-lt"/>
              <a:buAutoNum type="arabicPeriod"/>
            </a:pPr>
            <a:r>
              <a:rPr lang="en-US" sz="2800" dirty="0">
                <a:solidFill>
                  <a:srgbClr val="2D3748"/>
                </a:solidFill>
                <a:latin typeface="Calibri"/>
              </a:rPr>
              <a:t>How to use agents in my optimization project</a:t>
            </a:r>
          </a:p>
          <a:p>
            <a:pPr marL="457200" indent="-457200" algn="l">
              <a:buFont typeface="+mj-lt"/>
              <a:buAutoNum type="arabicPeriod"/>
            </a:pPr>
            <a:endParaRPr lang="en-US" sz="2800" dirty="0">
              <a:solidFill>
                <a:srgbClr val="2D3748"/>
              </a:solidFill>
              <a:latin typeface="Calibri"/>
            </a:endParaRPr>
          </a:p>
          <a:p>
            <a:pPr marL="457200" indent="-457200" algn="l">
              <a:buFont typeface="+mj-lt"/>
              <a:buAutoNum type="arabicPeriod"/>
            </a:pPr>
            <a:r>
              <a:rPr lang="en-US" sz="2800" dirty="0">
                <a:solidFill>
                  <a:srgbClr val="2D3748"/>
                </a:solidFill>
                <a:latin typeface="Calibri"/>
              </a:rPr>
              <a:t>Demo</a:t>
            </a:r>
          </a:p>
        </p:txBody>
      </p:sp>
    </p:spTree>
    <p:extLst>
      <p:ext uri="{BB962C8B-B14F-4D97-AF65-F5344CB8AC3E}">
        <p14:creationId xmlns:p14="http://schemas.microsoft.com/office/powerpoint/2010/main" val="3410016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645920"/>
            <a:ext cx="8229600" cy="457200"/>
          </a:xfrm>
          <a:prstGeom prst="rect">
            <a:avLst/>
          </a:prstGeom>
          <a:noFill/>
        </p:spPr>
        <p:txBody>
          <a:bodyPr wrap="square">
            <a:spAutoFit/>
          </a:bodyPr>
          <a:lstStyle/>
          <a:p>
            <a:pPr algn="l"/>
            <a:r>
              <a:rPr sz="1300" b="1" i="0">
                <a:solidFill>
                  <a:srgbClr val="0077A8"/>
                </a:solidFill>
                <a:latin typeface="Calibri"/>
              </a:rPr>
              <a:t>BLOCK 1</a:t>
            </a:r>
          </a:p>
        </p:txBody>
      </p:sp>
      <p:sp>
        <p:nvSpPr>
          <p:cNvPr id="3" name="TextBox 2"/>
          <p:cNvSpPr txBox="1"/>
          <p:nvPr/>
        </p:nvSpPr>
        <p:spPr>
          <a:xfrm>
            <a:off x="457200" y="2011680"/>
            <a:ext cx="8229600" cy="707886"/>
          </a:xfrm>
          <a:prstGeom prst="rect">
            <a:avLst/>
          </a:prstGeom>
          <a:noFill/>
        </p:spPr>
        <p:txBody>
          <a:bodyPr wrap="square">
            <a:spAutoFit/>
          </a:bodyPr>
          <a:lstStyle/>
          <a:p>
            <a:pPr algn="ctr"/>
            <a:r>
              <a:rPr sz="4000" b="1" i="0" dirty="0">
                <a:solidFill>
                  <a:srgbClr val="0A1628"/>
                </a:solidFill>
                <a:latin typeface="Calibri"/>
              </a:rPr>
              <a:t>Why learn Software Engineering?</a:t>
            </a:r>
          </a:p>
        </p:txBody>
      </p:sp>
      <p:sp>
        <p:nvSpPr>
          <p:cNvPr id="4" name="Rectangle 3"/>
          <p:cNvSpPr/>
          <p:nvPr/>
        </p:nvSpPr>
        <p:spPr>
          <a:xfrm>
            <a:off x="457200" y="1508760"/>
            <a:ext cx="8229600" cy="36576"/>
          </a:xfrm>
          <a:prstGeom prst="rect">
            <a:avLst/>
          </a:prstGeom>
          <a:solidFill>
            <a:srgbClr val="007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470E9-8536-66FA-84D5-6F5DA51DD2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1AFA84C-5901-32C6-3AEB-F0976C94BAAD}"/>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DD0FE58B-B43C-0BB6-2F57-E7AD045BB0A6}"/>
              </a:ext>
            </a:extLst>
          </p:cNvPr>
          <p:cNvSpPr/>
          <p:nvPr/>
        </p:nvSpPr>
        <p:spPr>
          <a:xfrm>
            <a:off x="233266" y="94397"/>
            <a:ext cx="8910734" cy="989074"/>
          </a:xfrm>
          <a:prstGeom prst="rect">
            <a:avLst/>
          </a:prstGeom>
          <a:noFill/>
          <a:ln/>
        </p:spPr>
        <p:txBody>
          <a:bodyPr wrap="square" lIns="0" tIns="0" rIns="0" bIns="0" rtlCol="0" anchor="t"/>
          <a:lstStyle/>
          <a:p>
            <a:pPr marL="0" indent="0">
              <a:buNone/>
            </a:pPr>
            <a:r>
              <a:rPr lang="en-US" sz="3600" b="1" dirty="0"/>
              <a:t>Software engineering principles always apply… whether you know them or not</a:t>
            </a:r>
          </a:p>
        </p:txBody>
      </p:sp>
      <p:sp>
        <p:nvSpPr>
          <p:cNvPr id="5" name="TextBox 4">
            <a:extLst>
              <a:ext uri="{FF2B5EF4-FFF2-40B4-BE49-F238E27FC236}">
                <a16:creationId xmlns:a16="http://schemas.microsoft.com/office/drawing/2014/main" id="{3474E95A-00FF-5CB3-5878-F71840190D19}"/>
              </a:ext>
            </a:extLst>
          </p:cNvPr>
          <p:cNvSpPr txBox="1"/>
          <p:nvPr/>
        </p:nvSpPr>
        <p:spPr>
          <a:xfrm>
            <a:off x="312287" y="1382004"/>
            <a:ext cx="8046720" cy="3416320"/>
          </a:xfrm>
          <a:prstGeom prst="rect">
            <a:avLst/>
          </a:prstGeom>
          <a:noFill/>
        </p:spPr>
        <p:txBody>
          <a:bodyPr wrap="square">
            <a:spAutoFit/>
          </a:bodyPr>
          <a:lstStyle/>
          <a:p>
            <a:pPr algn="l"/>
            <a:r>
              <a:rPr lang="en-US" sz="2400" b="1" i="0" dirty="0">
                <a:solidFill>
                  <a:srgbClr val="2D3748"/>
                </a:solidFill>
                <a:latin typeface="Calibri"/>
              </a:rPr>
              <a:t>Tragedy in the academy</a:t>
            </a:r>
            <a:r>
              <a:rPr lang="en-US" sz="2400" b="1" i="0" baseline="30000" dirty="0">
                <a:solidFill>
                  <a:srgbClr val="2D3748"/>
                </a:solidFill>
                <a:latin typeface="Calibri"/>
              </a:rPr>
              <a:t>1</a:t>
            </a:r>
            <a:r>
              <a:rPr lang="en-US" sz="2400" b="0" i="0" dirty="0">
                <a:solidFill>
                  <a:srgbClr val="2D3748"/>
                </a:solidFill>
                <a:latin typeface="Calibri"/>
              </a:rPr>
              <a:t>:</a:t>
            </a:r>
          </a:p>
          <a:p>
            <a:pPr marL="342900" indent="-342900" algn="l">
              <a:buFont typeface="Arial" panose="020B0604020202020204" pitchFamily="34" charset="0"/>
              <a:buChar char="•"/>
            </a:pPr>
            <a:r>
              <a:rPr sz="1600" b="0" i="0" dirty="0">
                <a:solidFill>
                  <a:srgbClr val="2D3748"/>
                </a:solidFill>
                <a:latin typeface="Calibri"/>
              </a:rPr>
              <a:t>Geoffrey Chang, Scripps Institute  (2006)
A sign error in a data-processing script corrupted all results.
5 high-impact papers on membrane protein structures retracted.</a:t>
            </a:r>
            <a:endParaRPr lang="en-US" sz="1600" b="0" i="0" dirty="0">
              <a:solidFill>
                <a:srgbClr val="2D3748"/>
              </a:solidFill>
              <a:latin typeface="Calibri"/>
            </a:endParaRPr>
          </a:p>
          <a:p>
            <a:pPr marL="342900" indent="-342900" algn="l">
              <a:buFont typeface="Arial" panose="020B0604020202020204" pitchFamily="34" charset="0"/>
              <a:buChar char="•"/>
            </a:pPr>
            <a:endParaRPr lang="en-US" sz="2000" dirty="0">
              <a:solidFill>
                <a:srgbClr val="2D3748"/>
              </a:solidFill>
              <a:latin typeface="Calibri"/>
            </a:endParaRPr>
          </a:p>
          <a:p>
            <a:r>
              <a:rPr lang="en-US" sz="2400" b="1" i="0" dirty="0">
                <a:solidFill>
                  <a:srgbClr val="2D3748"/>
                </a:solidFill>
                <a:latin typeface="Calibri"/>
              </a:rPr>
              <a:t>Tragedy in the industry</a:t>
            </a:r>
            <a:r>
              <a:rPr lang="en-US" sz="2400" b="1" i="0" baseline="30000" dirty="0">
                <a:solidFill>
                  <a:srgbClr val="2D3748"/>
                </a:solidFill>
                <a:latin typeface="Calibri"/>
              </a:rPr>
              <a:t>2</a:t>
            </a:r>
            <a:r>
              <a:rPr lang="en-US" sz="2400" dirty="0">
                <a:solidFill>
                  <a:srgbClr val="2D3748"/>
                </a:solidFill>
              </a:rPr>
              <a:t>:</a:t>
            </a:r>
            <a:endParaRPr lang="en-US" sz="2400" b="1" i="0" baseline="30000" dirty="0">
              <a:solidFill>
                <a:srgbClr val="2D3748"/>
              </a:solidFill>
              <a:latin typeface="Calibri"/>
            </a:endParaRPr>
          </a:p>
          <a:p>
            <a:pPr marL="285750" indent="-285750">
              <a:buFont typeface="Arial" panose="020B0604020202020204" pitchFamily="34" charset="0"/>
              <a:buChar char="•"/>
            </a:pPr>
            <a:r>
              <a:rPr lang="en-US" sz="1600" dirty="0">
                <a:solidFill>
                  <a:srgbClr val="2D3748"/>
                </a:solidFill>
              </a:rPr>
              <a:t>Ariane 5 Rocket Explosion (1996)
A reused software component caused an unhandled </a:t>
            </a:r>
          </a:p>
          <a:p>
            <a:r>
              <a:rPr lang="en-US" sz="1600" dirty="0">
                <a:solidFill>
                  <a:srgbClr val="2D3748"/>
                </a:solidFill>
              </a:rPr>
              <a:t>overflow exception.</a:t>
            </a:r>
          </a:p>
          <a:p>
            <a:pPr marL="285750" indent="-285750">
              <a:buFont typeface="Arial" panose="020B0604020202020204" pitchFamily="34" charset="0"/>
              <a:buChar char="•"/>
            </a:pPr>
            <a:r>
              <a:rPr lang="en-US" sz="1600" dirty="0">
                <a:solidFill>
                  <a:srgbClr val="2D3748"/>
                </a:solidFill>
              </a:rPr>
              <a:t>The rocket self-destructed 37 seconds after launch.
$370 million USD payload destroyed.</a:t>
            </a:r>
          </a:p>
          <a:p>
            <a:pPr algn="l"/>
            <a:endParaRPr sz="2000" b="0" i="0" dirty="0">
              <a:solidFill>
                <a:srgbClr val="2D3748"/>
              </a:solidFill>
              <a:latin typeface="Calibri"/>
            </a:endParaRPr>
          </a:p>
        </p:txBody>
      </p:sp>
      <p:sp>
        <p:nvSpPr>
          <p:cNvPr id="8" name="TextBox 7">
            <a:extLst>
              <a:ext uri="{FF2B5EF4-FFF2-40B4-BE49-F238E27FC236}">
                <a16:creationId xmlns:a16="http://schemas.microsoft.com/office/drawing/2014/main" id="{091E67A5-18AF-1412-AB5D-90A2603FF45C}"/>
              </a:ext>
            </a:extLst>
          </p:cNvPr>
          <p:cNvSpPr txBox="1"/>
          <p:nvPr/>
        </p:nvSpPr>
        <p:spPr>
          <a:xfrm>
            <a:off x="255600" y="4667520"/>
            <a:ext cx="8046720" cy="400110"/>
          </a:xfrm>
          <a:prstGeom prst="rect">
            <a:avLst/>
          </a:prstGeom>
          <a:noFill/>
        </p:spPr>
        <p:txBody>
          <a:bodyPr wrap="square">
            <a:spAutoFit/>
          </a:bodyPr>
          <a:lstStyle/>
          <a:p>
            <a:pPr marL="228600" indent="-228600">
              <a:buAutoNum type="arabicParenR"/>
            </a:pPr>
            <a:r>
              <a:rPr lang="en-US" sz="1000" dirty="0">
                <a:solidFill>
                  <a:srgbClr val="2D3748"/>
                </a:solidFill>
              </a:rPr>
              <a:t>Source: </a:t>
            </a:r>
            <a:r>
              <a:rPr lang="en-US" sz="1000" dirty="0">
                <a:solidFill>
                  <a:srgbClr val="2D3748"/>
                </a:solidFill>
                <a:hlinkClick r:id="rId3"/>
              </a:rPr>
              <a:t>https://en.wikipedia.org/wiki/Geoffrey_Chang</a:t>
            </a:r>
            <a:r>
              <a:rPr lang="en-US" sz="1000" dirty="0">
                <a:solidFill>
                  <a:srgbClr val="2D3748"/>
                </a:solidFill>
              </a:rPr>
              <a:t> </a:t>
            </a:r>
          </a:p>
          <a:p>
            <a:pPr marL="228600" indent="-228600">
              <a:buAutoNum type="arabicParenR"/>
            </a:pPr>
            <a:r>
              <a:rPr lang="en-US" sz="1000" i="0" dirty="0">
                <a:solidFill>
                  <a:srgbClr val="2D3748"/>
                </a:solidFill>
                <a:latin typeface="Calibri"/>
              </a:rPr>
              <a:t>Source: </a:t>
            </a:r>
            <a:r>
              <a:rPr lang="en-US" sz="1000" dirty="0">
                <a:solidFill>
                  <a:srgbClr val="2D3748"/>
                </a:solidFill>
                <a:hlinkClick r:id="rId4"/>
              </a:rPr>
              <a:t>https://en.wikipedia.org/wiki/Ariane_flight_V88</a:t>
            </a:r>
            <a:r>
              <a:rPr lang="en-US" sz="1000" dirty="0">
                <a:solidFill>
                  <a:srgbClr val="2D3748"/>
                </a:solidFill>
              </a:rPr>
              <a:t> </a:t>
            </a:r>
            <a:endParaRPr sz="1000" i="0" dirty="0">
              <a:solidFill>
                <a:srgbClr val="2D3748"/>
              </a:solidFill>
              <a:latin typeface="Calibri"/>
            </a:endParaRPr>
          </a:p>
        </p:txBody>
      </p:sp>
      <p:pic>
        <p:nvPicPr>
          <p:cNvPr id="9" name="Picture 8">
            <a:extLst>
              <a:ext uri="{FF2B5EF4-FFF2-40B4-BE49-F238E27FC236}">
                <a16:creationId xmlns:a16="http://schemas.microsoft.com/office/drawing/2014/main" id="{3661A183-B7D6-F9B1-D7E0-97A3D5E4EECB}"/>
              </a:ext>
            </a:extLst>
          </p:cNvPr>
          <p:cNvPicPr>
            <a:picLocks noChangeAspect="1"/>
          </p:cNvPicPr>
          <p:nvPr/>
        </p:nvPicPr>
        <p:blipFill>
          <a:blip r:embed="rId5"/>
          <a:stretch>
            <a:fillRect/>
          </a:stretch>
        </p:blipFill>
        <p:spPr>
          <a:xfrm>
            <a:off x="5517859" y="2760175"/>
            <a:ext cx="2995010" cy="1871882"/>
          </a:xfrm>
          <a:prstGeom prst="rect">
            <a:avLst/>
          </a:prstGeom>
        </p:spPr>
      </p:pic>
      <p:sp>
        <p:nvSpPr>
          <p:cNvPr id="10" name="TextBox 9">
            <a:extLst>
              <a:ext uri="{FF2B5EF4-FFF2-40B4-BE49-F238E27FC236}">
                <a16:creationId xmlns:a16="http://schemas.microsoft.com/office/drawing/2014/main" id="{DFCD5D1B-2150-8BB0-7AAF-B866A75EF0E8}"/>
              </a:ext>
            </a:extLst>
          </p:cNvPr>
          <p:cNvSpPr txBox="1"/>
          <p:nvPr/>
        </p:nvSpPr>
        <p:spPr>
          <a:xfrm>
            <a:off x="5640129" y="4643878"/>
            <a:ext cx="2872740" cy="261610"/>
          </a:xfrm>
          <a:prstGeom prst="rect">
            <a:avLst/>
          </a:prstGeom>
          <a:noFill/>
        </p:spPr>
        <p:txBody>
          <a:bodyPr wrap="square">
            <a:spAutoFit/>
          </a:bodyPr>
          <a:lstStyle/>
          <a:p>
            <a:r>
              <a:rPr lang="en-US" sz="1100" b="0" i="0" dirty="0">
                <a:solidFill>
                  <a:srgbClr val="000000"/>
                </a:solidFill>
                <a:effectLst/>
              </a:rPr>
              <a:t>Ariane flight V88 exploding during launch</a:t>
            </a:r>
            <a:endParaRPr lang="en-US" sz="1100" dirty="0"/>
          </a:p>
        </p:txBody>
      </p:sp>
    </p:spTree>
    <p:extLst>
      <p:ext uri="{BB962C8B-B14F-4D97-AF65-F5344CB8AC3E}">
        <p14:creationId xmlns:p14="http://schemas.microsoft.com/office/powerpoint/2010/main" val="361176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F7315-6F7A-EA7B-5AB6-88DE871619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6BBE96-2994-1C89-D857-FB82EFF7CA26}"/>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3DD3D377-2B37-8B26-C01F-EF0DD9C80633}"/>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Symptoms of being in a bad spot</a:t>
            </a:r>
            <a:endParaRPr lang="en-US" sz="3600" b="1" dirty="0"/>
          </a:p>
        </p:txBody>
      </p:sp>
      <p:sp>
        <p:nvSpPr>
          <p:cNvPr id="5" name="TextBox 4">
            <a:extLst>
              <a:ext uri="{FF2B5EF4-FFF2-40B4-BE49-F238E27FC236}">
                <a16:creationId xmlns:a16="http://schemas.microsoft.com/office/drawing/2014/main" id="{66C70A7C-9495-8835-C881-CD8B11ADEE27}"/>
              </a:ext>
            </a:extLst>
          </p:cNvPr>
          <p:cNvSpPr txBox="1"/>
          <p:nvPr/>
        </p:nvSpPr>
        <p:spPr>
          <a:xfrm>
            <a:off x="457200" y="1022177"/>
            <a:ext cx="8267350" cy="3737946"/>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sz="2000" b="0" i="0" dirty="0">
                <a:solidFill>
                  <a:srgbClr val="2D3748"/>
                </a:solidFill>
                <a:latin typeface="Calibri"/>
              </a:rPr>
              <a:t>Can't </a:t>
            </a:r>
            <a:r>
              <a:rPr sz="2000" b="1" i="0" dirty="0">
                <a:solidFill>
                  <a:srgbClr val="2D3748"/>
                </a:solidFill>
                <a:latin typeface="Calibri"/>
              </a:rPr>
              <a:t>reproduce</a:t>
            </a:r>
            <a:r>
              <a:rPr sz="2000" b="0" i="0" dirty="0">
                <a:solidFill>
                  <a:srgbClr val="2D3748"/>
                </a:solidFill>
                <a:latin typeface="Calibri"/>
              </a:rPr>
              <a:t> your own results </a:t>
            </a:r>
            <a:r>
              <a:rPr lang="en-US" sz="2000" b="0" i="0" dirty="0">
                <a:solidFill>
                  <a:srgbClr val="2D3748"/>
                </a:solidFill>
                <a:latin typeface="Calibri"/>
              </a:rPr>
              <a:t>quickly.</a:t>
            </a:r>
          </a:p>
          <a:p>
            <a:pPr marL="342900" indent="-342900" algn="l">
              <a:lnSpc>
                <a:spcPct val="150000"/>
              </a:lnSpc>
              <a:buFont typeface="Arial" panose="020B0604020202020204" pitchFamily="34" charset="0"/>
              <a:buChar char="•"/>
            </a:pPr>
            <a:r>
              <a:rPr lang="en-US" sz="2000" b="0" i="0" dirty="0">
                <a:solidFill>
                  <a:srgbClr val="2D3748"/>
                </a:solidFill>
                <a:latin typeface="Calibri"/>
              </a:rPr>
              <a:t>Code runs on </a:t>
            </a:r>
            <a:r>
              <a:rPr lang="en-US" sz="2000" b="1" i="0" dirty="0">
                <a:solidFill>
                  <a:srgbClr val="2D3748"/>
                </a:solidFill>
                <a:latin typeface="Calibri"/>
              </a:rPr>
              <a:t>your machine</a:t>
            </a:r>
            <a:r>
              <a:rPr lang="en-US" sz="2000" b="0" i="0" dirty="0">
                <a:solidFill>
                  <a:srgbClr val="2D3748"/>
                </a:solidFill>
                <a:latin typeface="Calibri"/>
              </a:rPr>
              <a:t>, but not in your teammate’s.</a:t>
            </a:r>
          </a:p>
          <a:p>
            <a:pPr marL="342900" indent="-342900" algn="l">
              <a:lnSpc>
                <a:spcPct val="150000"/>
              </a:lnSpc>
              <a:buFont typeface="Arial" panose="020B0604020202020204" pitchFamily="34" charset="0"/>
              <a:buChar char="•"/>
            </a:pPr>
            <a:r>
              <a:rPr lang="en-US" sz="2000" dirty="0">
                <a:solidFill>
                  <a:srgbClr val="2D3748"/>
                </a:solidFill>
                <a:latin typeface="Calibri"/>
              </a:rPr>
              <a:t>You are </a:t>
            </a:r>
            <a:r>
              <a:rPr lang="en-US" sz="2000" b="1" dirty="0">
                <a:solidFill>
                  <a:srgbClr val="2D3748"/>
                </a:solidFill>
                <a:latin typeface="Calibri"/>
              </a:rPr>
              <a:t>afraid</a:t>
            </a:r>
            <a:r>
              <a:rPr lang="en-US" sz="2000" dirty="0">
                <a:solidFill>
                  <a:srgbClr val="2D3748"/>
                </a:solidFill>
                <a:latin typeface="Calibri"/>
              </a:rPr>
              <a:t> of making changes.</a:t>
            </a:r>
          </a:p>
          <a:p>
            <a:pPr marL="342900" indent="-342900" algn="l">
              <a:lnSpc>
                <a:spcPct val="150000"/>
              </a:lnSpc>
              <a:buFont typeface="Arial" panose="020B0604020202020204" pitchFamily="34" charset="0"/>
              <a:buChar char="•"/>
            </a:pPr>
            <a:r>
              <a:rPr lang="en-US" sz="2000" dirty="0">
                <a:solidFill>
                  <a:srgbClr val="2D3748"/>
                </a:solidFill>
                <a:latin typeface="Calibri"/>
              </a:rPr>
              <a:t>Adding </a:t>
            </a:r>
            <a:r>
              <a:rPr lang="en-US" sz="2000" b="1" dirty="0">
                <a:solidFill>
                  <a:srgbClr val="2D3748"/>
                </a:solidFill>
                <a:latin typeface="Calibri"/>
              </a:rPr>
              <a:t>new things </a:t>
            </a:r>
            <a:r>
              <a:rPr lang="en-US" sz="2000" dirty="0">
                <a:solidFill>
                  <a:srgbClr val="2D3748"/>
                </a:solidFill>
                <a:latin typeface="Calibri"/>
              </a:rPr>
              <a:t>to the codebase is </a:t>
            </a:r>
            <a:r>
              <a:rPr lang="en-US" sz="2000" b="1" dirty="0">
                <a:solidFill>
                  <a:srgbClr val="2D3748"/>
                </a:solidFill>
                <a:latin typeface="Calibri"/>
              </a:rPr>
              <a:t>difficult</a:t>
            </a:r>
            <a:r>
              <a:rPr lang="en-US" sz="2000" dirty="0">
                <a:solidFill>
                  <a:srgbClr val="2D3748"/>
                </a:solidFill>
                <a:latin typeface="Calibri"/>
              </a:rPr>
              <a:t>.</a:t>
            </a:r>
          </a:p>
          <a:p>
            <a:pPr marL="342900" indent="-342900" algn="l">
              <a:lnSpc>
                <a:spcPct val="150000"/>
              </a:lnSpc>
              <a:buFont typeface="Arial" panose="020B0604020202020204" pitchFamily="34" charset="0"/>
              <a:buChar char="•"/>
            </a:pPr>
            <a:r>
              <a:rPr lang="en-US" sz="2000" dirty="0">
                <a:solidFill>
                  <a:srgbClr val="2D3748"/>
                </a:solidFill>
                <a:latin typeface="Calibri"/>
              </a:rPr>
              <a:t>There are </a:t>
            </a:r>
            <a:r>
              <a:rPr lang="en-US" sz="2000" b="1" dirty="0">
                <a:solidFill>
                  <a:srgbClr val="2D3748"/>
                </a:solidFill>
                <a:latin typeface="Calibri"/>
              </a:rPr>
              <a:t>not enough tests </a:t>
            </a:r>
            <a:r>
              <a:rPr lang="en-US" sz="2000" dirty="0">
                <a:solidFill>
                  <a:srgbClr val="2D3748"/>
                </a:solidFill>
                <a:latin typeface="Calibri"/>
              </a:rPr>
              <a:t>to check the codebase works as expected.</a:t>
            </a:r>
          </a:p>
          <a:p>
            <a:pPr marL="342900" indent="-342900" algn="l">
              <a:lnSpc>
                <a:spcPct val="150000"/>
              </a:lnSpc>
              <a:buFont typeface="Arial" panose="020B0604020202020204" pitchFamily="34" charset="0"/>
              <a:buChar char="•"/>
            </a:pPr>
            <a:r>
              <a:rPr lang="en-US" sz="2000" dirty="0">
                <a:solidFill>
                  <a:srgbClr val="2D3748"/>
                </a:solidFill>
                <a:latin typeface="Calibri"/>
              </a:rPr>
              <a:t>Low </a:t>
            </a:r>
            <a:r>
              <a:rPr lang="en-US" sz="2000" b="1" dirty="0">
                <a:solidFill>
                  <a:srgbClr val="2D3748"/>
                </a:solidFill>
                <a:latin typeface="Calibri"/>
              </a:rPr>
              <a:t>morale</a:t>
            </a:r>
            <a:r>
              <a:rPr lang="en-US" sz="2000" dirty="0">
                <a:solidFill>
                  <a:srgbClr val="2D3748"/>
                </a:solidFill>
                <a:latin typeface="Calibri"/>
              </a:rPr>
              <a:t> of the team working on the codebase.</a:t>
            </a:r>
            <a:r>
              <a:rPr sz="2000" b="0" i="0" dirty="0">
                <a:solidFill>
                  <a:srgbClr val="2D3748"/>
                </a:solidFill>
                <a:latin typeface="Calibri"/>
              </a:rPr>
              <a:t>
</a:t>
            </a:r>
            <a:r>
              <a:rPr lang="en-US" sz="2000" b="1" i="0" dirty="0">
                <a:solidFill>
                  <a:srgbClr val="2D3748"/>
                </a:solidFill>
                <a:latin typeface="Calibri"/>
              </a:rPr>
              <a:t>Unknown crashes </a:t>
            </a:r>
            <a:r>
              <a:rPr lang="en-US" sz="2000" b="0" i="0" dirty="0">
                <a:solidFill>
                  <a:srgbClr val="2D3748"/>
                </a:solidFill>
                <a:latin typeface="Calibri"/>
              </a:rPr>
              <a:t>of the codebase.</a:t>
            </a:r>
          </a:p>
          <a:p>
            <a:pPr marL="342900" indent="-342900" algn="l">
              <a:lnSpc>
                <a:spcPct val="150000"/>
              </a:lnSpc>
              <a:buFont typeface="Arial" panose="020B0604020202020204" pitchFamily="34" charset="0"/>
              <a:buChar char="•"/>
            </a:pPr>
            <a:r>
              <a:rPr lang="en-US" sz="2000" dirty="0">
                <a:solidFill>
                  <a:srgbClr val="2D3748"/>
                </a:solidFill>
                <a:latin typeface="Calibri"/>
              </a:rPr>
              <a:t>Other examples? – </a:t>
            </a:r>
            <a:r>
              <a:rPr lang="en-US" sz="2000" dirty="0">
                <a:solidFill>
                  <a:schemeClr val="bg1">
                    <a:lumMod val="65000"/>
                  </a:schemeClr>
                </a:solidFill>
                <a:latin typeface="Calibri"/>
              </a:rPr>
              <a:t>mention Russel Beckett example</a:t>
            </a:r>
            <a:endParaRPr sz="2000" b="0" i="0" dirty="0">
              <a:solidFill>
                <a:schemeClr val="bg1">
                  <a:lumMod val="65000"/>
                </a:schemeClr>
              </a:solidFill>
              <a:latin typeface="Calibri"/>
            </a:endParaRPr>
          </a:p>
        </p:txBody>
      </p:sp>
    </p:spTree>
    <p:extLst>
      <p:ext uri="{BB962C8B-B14F-4D97-AF65-F5344CB8AC3E}">
        <p14:creationId xmlns:p14="http://schemas.microsoft.com/office/powerpoint/2010/main" val="124641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8FF1D-006E-12DB-6240-BA3A88D9929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96ECDA-36DD-E582-87D7-CAE4C6987F10}"/>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98D013B0-89A5-8817-6515-3167A8454EA2}"/>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Wait… why not delegate this to an agent?</a:t>
            </a:r>
            <a:endParaRPr lang="en-US" sz="3600" b="1" dirty="0"/>
          </a:p>
        </p:txBody>
      </p:sp>
      <p:pic>
        <p:nvPicPr>
          <p:cNvPr id="6" name="Picture 5" descr="Claude Connector | Low-Code Claude Integration | Cyclr">
            <a:extLst>
              <a:ext uri="{FF2B5EF4-FFF2-40B4-BE49-F238E27FC236}">
                <a16:creationId xmlns:a16="http://schemas.microsoft.com/office/drawing/2014/main" id="{1BC542CD-335B-8BE2-033A-F4F53BA87CF4}"/>
              </a:ext>
            </a:extLst>
          </p:cNvPr>
          <p:cNvPicPr>
            <a:picLocks noChangeAspect="1"/>
          </p:cNvPicPr>
          <p:nvPr/>
        </p:nvPicPr>
        <p:blipFill>
          <a:blip r:embed="rId3"/>
          <a:stretch>
            <a:fillRect/>
          </a:stretch>
        </p:blipFill>
        <p:spPr>
          <a:xfrm>
            <a:off x="7770924" y="1085855"/>
            <a:ext cx="1162050" cy="1162050"/>
          </a:xfrm>
          <a:prstGeom prst="rect">
            <a:avLst/>
          </a:prstGeom>
        </p:spPr>
      </p:pic>
      <p:pic>
        <p:nvPicPr>
          <p:cNvPr id="8" name="Picture 7" descr="Copilot Line icon - Free Download PNG &amp; SVG | Streamline">
            <a:extLst>
              <a:ext uri="{FF2B5EF4-FFF2-40B4-BE49-F238E27FC236}">
                <a16:creationId xmlns:a16="http://schemas.microsoft.com/office/drawing/2014/main" id="{A6ACC98D-C27E-602F-5A60-ECADB99C402A}"/>
              </a:ext>
            </a:extLst>
          </p:cNvPr>
          <p:cNvPicPr>
            <a:picLocks noChangeAspect="1"/>
          </p:cNvPicPr>
          <p:nvPr/>
        </p:nvPicPr>
        <p:blipFill>
          <a:blip r:embed="rId4"/>
          <a:stretch>
            <a:fillRect/>
          </a:stretch>
        </p:blipFill>
        <p:spPr>
          <a:xfrm>
            <a:off x="7695093" y="2378815"/>
            <a:ext cx="1313712" cy="1313712"/>
          </a:xfrm>
          <a:prstGeom prst="rect">
            <a:avLst/>
          </a:prstGeom>
        </p:spPr>
      </p:pic>
      <p:pic>
        <p:nvPicPr>
          <p:cNvPr id="10" name="Picture 9" descr="Gemini Code Assist">
            <a:extLst>
              <a:ext uri="{FF2B5EF4-FFF2-40B4-BE49-F238E27FC236}">
                <a16:creationId xmlns:a16="http://schemas.microsoft.com/office/drawing/2014/main" id="{E22029C7-E4FA-D5D9-B6E1-189AAE460649}"/>
              </a:ext>
            </a:extLst>
          </p:cNvPr>
          <p:cNvPicPr>
            <a:picLocks noChangeAspect="1"/>
          </p:cNvPicPr>
          <p:nvPr/>
        </p:nvPicPr>
        <p:blipFill>
          <a:blip r:embed="rId5"/>
          <a:stretch>
            <a:fillRect/>
          </a:stretch>
        </p:blipFill>
        <p:spPr>
          <a:xfrm>
            <a:off x="7770924" y="3756326"/>
            <a:ext cx="1219200" cy="1219200"/>
          </a:xfrm>
          <a:prstGeom prst="rect">
            <a:avLst/>
          </a:prstGeom>
        </p:spPr>
      </p:pic>
      <p:sp>
        <p:nvSpPr>
          <p:cNvPr id="11" name="TextBox 10">
            <a:extLst>
              <a:ext uri="{FF2B5EF4-FFF2-40B4-BE49-F238E27FC236}">
                <a16:creationId xmlns:a16="http://schemas.microsoft.com/office/drawing/2014/main" id="{BE6196C0-F8EB-CB8A-3CFD-86E766CB01A8}"/>
              </a:ext>
            </a:extLst>
          </p:cNvPr>
          <p:cNvSpPr txBox="1"/>
          <p:nvPr/>
        </p:nvSpPr>
        <p:spPr>
          <a:xfrm>
            <a:off x="396240" y="1236279"/>
            <a:ext cx="6927349" cy="2862322"/>
          </a:xfrm>
          <a:prstGeom prst="rect">
            <a:avLst/>
          </a:prstGeom>
          <a:noFill/>
        </p:spPr>
        <p:txBody>
          <a:bodyPr wrap="square">
            <a:spAutoFit/>
          </a:bodyPr>
          <a:lstStyle/>
          <a:p>
            <a:pPr marL="342900" indent="-342900" algn="l">
              <a:buFont typeface="Arial" panose="020B0604020202020204" pitchFamily="34" charset="0"/>
              <a:buChar char="•"/>
            </a:pPr>
            <a:r>
              <a:rPr lang="en-US" sz="2000" dirty="0">
                <a:solidFill>
                  <a:srgbClr val="2D3748"/>
                </a:solidFill>
                <a:latin typeface="Calibri"/>
              </a:rPr>
              <a:t>What are your thoughts?</a:t>
            </a:r>
          </a:p>
          <a:p>
            <a:pPr marL="342900" indent="-342900" algn="l">
              <a:buFont typeface="Arial" panose="020B0604020202020204" pitchFamily="34" charset="0"/>
              <a:buChar char="•"/>
            </a:pPr>
            <a:endParaRPr lang="en-US" sz="2000" dirty="0">
              <a:solidFill>
                <a:srgbClr val="2D3748"/>
              </a:solidFill>
              <a:latin typeface="Calibri"/>
            </a:endParaRPr>
          </a:p>
          <a:p>
            <a:pPr marL="342900" indent="-342900" algn="l">
              <a:buFont typeface="Arial" panose="020B0604020202020204" pitchFamily="34" charset="0"/>
              <a:buChar char="•"/>
            </a:pPr>
            <a:r>
              <a:rPr lang="en-US" sz="2000" dirty="0">
                <a:solidFill>
                  <a:srgbClr val="2D3748"/>
                </a:solidFill>
                <a:latin typeface="Calibri"/>
              </a:rPr>
              <a:t>Recent industry research shows that</a:t>
            </a:r>
            <a:r>
              <a:rPr lang="en-US" sz="2000" baseline="30000" dirty="0">
                <a:solidFill>
                  <a:srgbClr val="2D3748"/>
                </a:solidFill>
                <a:latin typeface="Calibri"/>
              </a:rPr>
              <a:t>1</a:t>
            </a:r>
            <a:r>
              <a:rPr lang="en-US" sz="2000" dirty="0">
                <a:solidFill>
                  <a:srgbClr val="2D3748"/>
                </a:solidFill>
                <a:latin typeface="Calibri"/>
              </a:rPr>
              <a:t>:</a:t>
            </a:r>
          </a:p>
          <a:p>
            <a:r>
              <a:rPr lang="en-US" sz="1600" b="1" i="1" dirty="0">
                <a:solidFill>
                  <a:srgbClr val="2D3748"/>
                </a:solidFill>
                <a:latin typeface="Calibri"/>
              </a:rPr>
              <a:t>AI’s primary role in software development is that of an amplifier</a:t>
            </a:r>
            <a:r>
              <a:rPr lang="en-US" sz="1600" b="0" i="1" dirty="0">
                <a:solidFill>
                  <a:srgbClr val="2D3748"/>
                </a:solidFill>
                <a:latin typeface="Calibri"/>
              </a:rPr>
              <a:t>, magnifying an organization’s existing strengths and weaknesses. The greatest returns on AI investment come not from the tools themselves, but from a strategic focus on the underlying organizational system.</a:t>
            </a:r>
          </a:p>
          <a:p>
            <a:pPr algn="ctr"/>
            <a:endParaRPr lang="en-US" sz="1600" i="1" dirty="0">
              <a:solidFill>
                <a:srgbClr val="2D3748"/>
              </a:solidFill>
              <a:latin typeface="Calibri"/>
            </a:endParaRPr>
          </a:p>
          <a:p>
            <a:pPr marL="285750" indent="-285750">
              <a:buFont typeface="Arial" panose="020B0604020202020204" pitchFamily="34" charset="0"/>
              <a:buChar char="•"/>
            </a:pPr>
            <a:r>
              <a:rPr lang="en-US" sz="2000" b="0" dirty="0">
                <a:solidFill>
                  <a:srgbClr val="2D3748"/>
                </a:solidFill>
                <a:latin typeface="Calibri"/>
              </a:rPr>
              <a:t>At the end of the day, </a:t>
            </a:r>
            <a:r>
              <a:rPr lang="en-US" sz="2000" b="1" dirty="0">
                <a:solidFill>
                  <a:srgbClr val="2D3748"/>
                </a:solidFill>
                <a:latin typeface="Calibri"/>
              </a:rPr>
              <a:t>you are responsible </a:t>
            </a:r>
            <a:r>
              <a:rPr lang="en-US" sz="2000" b="0" dirty="0">
                <a:solidFill>
                  <a:srgbClr val="2D3748"/>
                </a:solidFill>
                <a:latin typeface="Calibri"/>
              </a:rPr>
              <a:t>for the product, not who wrote it (ai-agent, student, teammate, </a:t>
            </a:r>
            <a:r>
              <a:rPr lang="en-US" sz="2000" b="0" dirty="0" err="1">
                <a:solidFill>
                  <a:srgbClr val="2D3748"/>
                </a:solidFill>
                <a:latin typeface="Calibri"/>
              </a:rPr>
              <a:t>etc</a:t>
            </a:r>
            <a:r>
              <a:rPr lang="en-US" sz="2000" b="0" dirty="0">
                <a:solidFill>
                  <a:srgbClr val="2D3748"/>
                </a:solidFill>
                <a:latin typeface="Calibri"/>
              </a:rPr>
              <a:t>).</a:t>
            </a:r>
            <a:endParaRPr sz="2000" b="0" dirty="0">
              <a:solidFill>
                <a:srgbClr val="2D3748"/>
              </a:solidFill>
              <a:latin typeface="Calibri"/>
            </a:endParaRPr>
          </a:p>
        </p:txBody>
      </p:sp>
      <p:sp>
        <p:nvSpPr>
          <p:cNvPr id="12" name="TextBox 11">
            <a:extLst>
              <a:ext uri="{FF2B5EF4-FFF2-40B4-BE49-F238E27FC236}">
                <a16:creationId xmlns:a16="http://schemas.microsoft.com/office/drawing/2014/main" id="{3FCB0A4A-9181-8CE0-95A8-48ED634574A9}"/>
              </a:ext>
            </a:extLst>
          </p:cNvPr>
          <p:cNvSpPr txBox="1"/>
          <p:nvPr/>
        </p:nvSpPr>
        <p:spPr>
          <a:xfrm>
            <a:off x="255600" y="4729305"/>
            <a:ext cx="8046720" cy="246221"/>
          </a:xfrm>
          <a:prstGeom prst="rect">
            <a:avLst/>
          </a:prstGeom>
          <a:noFill/>
        </p:spPr>
        <p:txBody>
          <a:bodyPr wrap="square">
            <a:spAutoFit/>
          </a:bodyPr>
          <a:lstStyle/>
          <a:p>
            <a:pPr marL="228600" indent="-228600">
              <a:buAutoNum type="arabicParenR"/>
            </a:pPr>
            <a:r>
              <a:rPr lang="en-US" sz="1000" dirty="0">
                <a:solidFill>
                  <a:srgbClr val="2D3748"/>
                </a:solidFill>
              </a:rPr>
              <a:t>Source: Google DORA Report 2015: </a:t>
            </a:r>
            <a:r>
              <a:rPr lang="en-US" sz="1000" dirty="0">
                <a:solidFill>
                  <a:srgbClr val="2D3748"/>
                </a:solidFill>
                <a:hlinkClick r:id="rId6"/>
              </a:rPr>
              <a:t>https://dora.dev/research/2025/dora-report/</a:t>
            </a:r>
            <a:r>
              <a:rPr lang="en-US" sz="1000" dirty="0">
                <a:solidFill>
                  <a:srgbClr val="2D3748"/>
                </a:solidFill>
              </a:rPr>
              <a:t> </a:t>
            </a:r>
          </a:p>
        </p:txBody>
      </p:sp>
    </p:spTree>
    <p:extLst>
      <p:ext uri="{BB962C8B-B14F-4D97-AF65-F5344CB8AC3E}">
        <p14:creationId xmlns:p14="http://schemas.microsoft.com/office/powerpoint/2010/main" val="142928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C4E3-E96E-6B3A-F791-BD171DCCB3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B2849C-C482-15F4-7020-C045CA7CCC23}"/>
              </a:ext>
            </a:extLst>
          </p:cNvPr>
          <p:cNvSpPr txBox="1"/>
          <p:nvPr/>
        </p:nvSpPr>
        <p:spPr>
          <a:xfrm>
            <a:off x="457200" y="1645920"/>
            <a:ext cx="8229600" cy="292388"/>
          </a:xfrm>
          <a:prstGeom prst="rect">
            <a:avLst/>
          </a:prstGeom>
          <a:noFill/>
        </p:spPr>
        <p:txBody>
          <a:bodyPr wrap="square">
            <a:spAutoFit/>
          </a:bodyPr>
          <a:lstStyle/>
          <a:p>
            <a:pPr algn="l"/>
            <a:r>
              <a:rPr sz="1300" b="1" i="0" dirty="0">
                <a:solidFill>
                  <a:srgbClr val="0077A8"/>
                </a:solidFill>
                <a:latin typeface="Calibri"/>
              </a:rPr>
              <a:t>BLOCK </a:t>
            </a:r>
            <a:r>
              <a:rPr lang="en-US" sz="1300" b="1" i="0" dirty="0">
                <a:solidFill>
                  <a:srgbClr val="0077A8"/>
                </a:solidFill>
                <a:latin typeface="Calibri"/>
              </a:rPr>
              <a:t>2</a:t>
            </a:r>
            <a:endParaRPr sz="1300" b="1" i="0" dirty="0">
              <a:solidFill>
                <a:srgbClr val="0077A8"/>
              </a:solidFill>
              <a:latin typeface="Calibri"/>
            </a:endParaRPr>
          </a:p>
        </p:txBody>
      </p:sp>
      <p:sp>
        <p:nvSpPr>
          <p:cNvPr id="3" name="TextBox 2">
            <a:extLst>
              <a:ext uri="{FF2B5EF4-FFF2-40B4-BE49-F238E27FC236}">
                <a16:creationId xmlns:a16="http://schemas.microsoft.com/office/drawing/2014/main" id="{FF30B51D-E728-3345-E486-2C2A3EF60449}"/>
              </a:ext>
            </a:extLst>
          </p:cNvPr>
          <p:cNvSpPr txBox="1"/>
          <p:nvPr/>
        </p:nvSpPr>
        <p:spPr>
          <a:xfrm>
            <a:off x="457200" y="2011680"/>
            <a:ext cx="8229600" cy="1371600"/>
          </a:xfrm>
          <a:prstGeom prst="rect">
            <a:avLst/>
          </a:prstGeom>
          <a:noFill/>
        </p:spPr>
        <p:txBody>
          <a:bodyPr wrap="square">
            <a:spAutoFit/>
          </a:bodyPr>
          <a:lstStyle/>
          <a:p>
            <a:pPr algn="ctr"/>
            <a:r>
              <a:rPr lang="en-US" sz="4000" b="1" i="0" dirty="0">
                <a:solidFill>
                  <a:srgbClr val="0A1628"/>
                </a:solidFill>
                <a:latin typeface="Calibri"/>
              </a:rPr>
              <a:t>How to use agents in my optimization project</a:t>
            </a:r>
          </a:p>
        </p:txBody>
      </p:sp>
      <p:sp>
        <p:nvSpPr>
          <p:cNvPr id="4" name="Rectangle 3">
            <a:extLst>
              <a:ext uri="{FF2B5EF4-FFF2-40B4-BE49-F238E27FC236}">
                <a16:creationId xmlns:a16="http://schemas.microsoft.com/office/drawing/2014/main" id="{43730748-B7F3-5B57-0826-32AEB8F78AD1}"/>
              </a:ext>
            </a:extLst>
          </p:cNvPr>
          <p:cNvSpPr/>
          <p:nvPr/>
        </p:nvSpPr>
        <p:spPr>
          <a:xfrm>
            <a:off x="457200" y="1508760"/>
            <a:ext cx="8229600" cy="36576"/>
          </a:xfrm>
          <a:prstGeom prst="rect">
            <a:avLst/>
          </a:prstGeom>
          <a:solidFill>
            <a:srgbClr val="007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CE0C81A-B908-D7F8-26F4-44F289CCFA5F}"/>
              </a:ext>
            </a:extLst>
          </p:cNvPr>
          <p:cNvSpPr txBox="1"/>
          <p:nvPr/>
        </p:nvSpPr>
        <p:spPr>
          <a:xfrm>
            <a:off x="1807827" y="3749751"/>
            <a:ext cx="5725486" cy="707886"/>
          </a:xfrm>
          <a:prstGeom prst="rect">
            <a:avLst/>
          </a:prstGeom>
          <a:noFill/>
        </p:spPr>
        <p:txBody>
          <a:bodyPr wrap="square">
            <a:spAutoFit/>
          </a:bodyPr>
          <a:lstStyle/>
          <a:p>
            <a:pPr algn="ctr"/>
            <a:r>
              <a:rPr lang="en-US" sz="2000" dirty="0">
                <a:solidFill>
                  <a:srgbClr val="2D3748"/>
                </a:solidFill>
                <a:latin typeface="Calibri"/>
              </a:rPr>
              <a:t>Note: the following instructions are tailored for </a:t>
            </a:r>
            <a:r>
              <a:rPr lang="en-US" sz="2000" b="1" dirty="0">
                <a:solidFill>
                  <a:schemeClr val="accent2"/>
                </a:solidFill>
                <a:latin typeface="Calibri"/>
              </a:rPr>
              <a:t>Claude</a:t>
            </a:r>
            <a:r>
              <a:rPr lang="en-US" sz="2000" dirty="0">
                <a:latin typeface="Calibri"/>
              </a:rPr>
              <a:t>, but they work similar for other agents.</a:t>
            </a:r>
            <a:endParaRPr sz="2000" i="0" dirty="0">
              <a:latin typeface="Calibri"/>
            </a:endParaRPr>
          </a:p>
        </p:txBody>
      </p:sp>
    </p:spTree>
    <p:extLst>
      <p:ext uri="{BB962C8B-B14F-4D97-AF65-F5344CB8AC3E}">
        <p14:creationId xmlns:p14="http://schemas.microsoft.com/office/powerpoint/2010/main" val="242811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18D0D-39E9-FCA3-08FA-44C3CA8700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6FA287-4C9E-FDA7-6E7A-ADA7F5C37774}"/>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9D760005-20E6-1368-5EAD-1DC83E062419}"/>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Disclaimer: things are moving fast</a:t>
            </a:r>
            <a:endParaRPr lang="en-US" sz="3600" b="1" dirty="0"/>
          </a:p>
        </p:txBody>
      </p:sp>
      <p:sp>
        <p:nvSpPr>
          <p:cNvPr id="12" name="TextBox 11">
            <a:extLst>
              <a:ext uri="{FF2B5EF4-FFF2-40B4-BE49-F238E27FC236}">
                <a16:creationId xmlns:a16="http://schemas.microsoft.com/office/drawing/2014/main" id="{17821C26-BC78-2311-E32B-9129585C5B3E}"/>
              </a:ext>
            </a:extLst>
          </p:cNvPr>
          <p:cNvSpPr txBox="1"/>
          <p:nvPr/>
        </p:nvSpPr>
        <p:spPr>
          <a:xfrm>
            <a:off x="255600" y="4838960"/>
            <a:ext cx="8046720" cy="246221"/>
          </a:xfrm>
          <a:prstGeom prst="rect">
            <a:avLst/>
          </a:prstGeom>
          <a:noFill/>
        </p:spPr>
        <p:txBody>
          <a:bodyPr wrap="square">
            <a:spAutoFit/>
          </a:bodyPr>
          <a:lstStyle/>
          <a:p>
            <a:r>
              <a:rPr lang="en-US" sz="1000" dirty="0">
                <a:solidFill>
                  <a:srgbClr val="2D3748"/>
                </a:solidFill>
              </a:rPr>
              <a:t>Source: The New SDLC With Vibe Coding: From ad-hoc prompting to Agentic Engineering (Google, 2026)</a:t>
            </a:r>
          </a:p>
        </p:txBody>
      </p:sp>
      <p:pic>
        <p:nvPicPr>
          <p:cNvPr id="5" name="Picture 4">
            <a:extLst>
              <a:ext uri="{FF2B5EF4-FFF2-40B4-BE49-F238E27FC236}">
                <a16:creationId xmlns:a16="http://schemas.microsoft.com/office/drawing/2014/main" id="{9809590E-C226-9184-7B38-F79BA44B82B6}"/>
              </a:ext>
            </a:extLst>
          </p:cNvPr>
          <p:cNvPicPr>
            <a:picLocks noChangeAspect="1"/>
          </p:cNvPicPr>
          <p:nvPr/>
        </p:nvPicPr>
        <p:blipFill>
          <a:blip r:embed="rId3"/>
          <a:stretch>
            <a:fillRect/>
          </a:stretch>
        </p:blipFill>
        <p:spPr>
          <a:xfrm>
            <a:off x="1066039" y="858216"/>
            <a:ext cx="6593110" cy="3850462"/>
          </a:xfrm>
          <a:prstGeom prst="rect">
            <a:avLst/>
          </a:prstGeom>
        </p:spPr>
      </p:pic>
    </p:spTree>
    <p:extLst>
      <p:ext uri="{BB962C8B-B14F-4D97-AF65-F5344CB8AC3E}">
        <p14:creationId xmlns:p14="http://schemas.microsoft.com/office/powerpoint/2010/main" val="3393803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11FD1-D077-EBF1-0C9E-A52F23C872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0EE666-7BA0-1EDD-ECCB-2DFF87D7E504}"/>
              </a:ext>
            </a:extLst>
          </p:cNvPr>
          <p:cNvSpPr/>
          <p:nvPr/>
        </p:nvSpPr>
        <p:spPr>
          <a:xfrm>
            <a:off x="0" y="0"/>
            <a:ext cx="9144000" cy="64008"/>
          </a:xfrm>
          <a:prstGeom prst="rect">
            <a:avLst/>
          </a:prstGeom>
          <a:solidFill>
            <a:srgbClr val="00A4BD"/>
          </a:solidFill>
          <a:ln/>
        </p:spPr>
        <p:txBody>
          <a:bodyPr/>
          <a:lstStyle/>
          <a:p>
            <a:endParaRPr lang="en-US"/>
          </a:p>
        </p:txBody>
      </p:sp>
      <p:sp>
        <p:nvSpPr>
          <p:cNvPr id="4" name="Text 2">
            <a:extLst>
              <a:ext uri="{FF2B5EF4-FFF2-40B4-BE49-F238E27FC236}">
                <a16:creationId xmlns:a16="http://schemas.microsoft.com/office/drawing/2014/main" id="{0E50DAF7-6B51-716E-001F-FCF83ED365F9}"/>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Overview of the example project</a:t>
            </a:r>
            <a:endParaRPr lang="en-US" sz="3600" b="1" dirty="0"/>
          </a:p>
        </p:txBody>
      </p:sp>
      <p:sp>
        <p:nvSpPr>
          <p:cNvPr id="20" name="Text 3">
            <a:extLst>
              <a:ext uri="{FF2B5EF4-FFF2-40B4-BE49-F238E27FC236}">
                <a16:creationId xmlns:a16="http://schemas.microsoft.com/office/drawing/2014/main" id="{82AC786D-74D2-E83D-9030-30CBA6282F0E}"/>
              </a:ext>
            </a:extLst>
          </p:cNvPr>
          <p:cNvSpPr/>
          <p:nvPr/>
        </p:nvSpPr>
        <p:spPr>
          <a:xfrm>
            <a:off x="4752807" y="1349581"/>
            <a:ext cx="4232573" cy="578061"/>
          </a:xfrm>
          <a:prstGeom prst="rect">
            <a:avLst/>
          </a:prstGeom>
          <a:noFill/>
          <a:ln/>
        </p:spPr>
        <p:txBody>
          <a:bodyPr wrap="square" rtlCol="0" anchor="t"/>
          <a:lstStyle/>
          <a:p>
            <a:pPr algn="ctr">
              <a:spcAft>
                <a:spcPts val="700"/>
              </a:spcAft>
              <a:buSzPct val="100000"/>
            </a:pPr>
            <a:r>
              <a:rPr lang="en-US" sz="1600" dirty="0">
                <a:solidFill>
                  <a:srgbClr val="2D3748"/>
                </a:solidFill>
                <a:latin typeface="Calibri" pitchFamily="34" charset="0"/>
                <a:ea typeface="Calibri" pitchFamily="34" charset="-122"/>
                <a:cs typeface="Calibri" pitchFamily="34" charset="-120"/>
              </a:rPr>
              <a:t>How many items to pick to maximize the calories without exceeding the capacity and budget?</a:t>
            </a:r>
            <a:endParaRPr lang="en-US" sz="1600" baseline="30000" dirty="0"/>
          </a:p>
        </p:txBody>
      </p:sp>
      <p:grpSp>
        <p:nvGrpSpPr>
          <p:cNvPr id="22" name="Group 21">
            <a:extLst>
              <a:ext uri="{FF2B5EF4-FFF2-40B4-BE49-F238E27FC236}">
                <a16:creationId xmlns:a16="http://schemas.microsoft.com/office/drawing/2014/main" id="{9757A1F2-0C03-556A-8C1B-E0BD61B64400}"/>
              </a:ext>
            </a:extLst>
          </p:cNvPr>
          <p:cNvGrpSpPr/>
          <p:nvPr/>
        </p:nvGrpSpPr>
        <p:grpSpPr>
          <a:xfrm>
            <a:off x="5030826" y="2049622"/>
            <a:ext cx="3630815" cy="2652161"/>
            <a:chOff x="4572000" y="1864431"/>
            <a:chExt cx="3630815" cy="2652161"/>
          </a:xfrm>
        </p:grpSpPr>
        <p:pic>
          <p:nvPicPr>
            <p:cNvPr id="3" name="Picture 2">
              <a:extLst>
                <a:ext uri="{FF2B5EF4-FFF2-40B4-BE49-F238E27FC236}">
                  <a16:creationId xmlns:a16="http://schemas.microsoft.com/office/drawing/2014/main" id="{3F35E8F6-87F9-AB26-2163-D28DF6C89761}"/>
                </a:ext>
              </a:extLst>
            </p:cNvPr>
            <p:cNvPicPr>
              <a:picLocks noChangeAspect="1"/>
            </p:cNvPicPr>
            <p:nvPr/>
          </p:nvPicPr>
          <p:blipFill>
            <a:blip r:embed="rId3"/>
            <a:stretch>
              <a:fillRect/>
            </a:stretch>
          </p:blipFill>
          <p:spPr>
            <a:xfrm>
              <a:off x="4855745" y="2770190"/>
              <a:ext cx="673574" cy="708690"/>
            </a:xfrm>
            <a:prstGeom prst="rect">
              <a:avLst/>
            </a:prstGeom>
          </p:spPr>
        </p:pic>
        <p:grpSp>
          <p:nvGrpSpPr>
            <p:cNvPr id="6" name="Group 5">
              <a:extLst>
                <a:ext uri="{FF2B5EF4-FFF2-40B4-BE49-F238E27FC236}">
                  <a16:creationId xmlns:a16="http://schemas.microsoft.com/office/drawing/2014/main" id="{361BD049-0619-3041-23CC-ECDABC4615A9}"/>
                </a:ext>
              </a:extLst>
            </p:cNvPr>
            <p:cNvGrpSpPr/>
            <p:nvPr/>
          </p:nvGrpSpPr>
          <p:grpSpPr>
            <a:xfrm>
              <a:off x="5911224" y="2135725"/>
              <a:ext cx="913674" cy="958274"/>
              <a:chOff x="1332098" y="3250799"/>
              <a:chExt cx="913674" cy="958274"/>
            </a:xfrm>
          </p:grpSpPr>
          <p:pic>
            <p:nvPicPr>
              <p:cNvPr id="7" name="Graphic 6" descr="Taco with solid fill">
                <a:extLst>
                  <a:ext uri="{FF2B5EF4-FFF2-40B4-BE49-F238E27FC236}">
                    <a16:creationId xmlns:a16="http://schemas.microsoft.com/office/drawing/2014/main" id="{AC074899-9DDA-7A4E-5ED0-023EFA2116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39561" y="3250799"/>
                <a:ext cx="457200" cy="457200"/>
              </a:xfrm>
              <a:prstGeom prst="rect">
                <a:avLst/>
              </a:prstGeom>
            </p:spPr>
          </p:pic>
          <p:sp>
            <p:nvSpPr>
              <p:cNvPr id="8" name="Text 3">
                <a:extLst>
                  <a:ext uri="{FF2B5EF4-FFF2-40B4-BE49-F238E27FC236}">
                    <a16:creationId xmlns:a16="http://schemas.microsoft.com/office/drawing/2014/main" id="{11EA5B03-EB0B-A354-F156-76080A728320}"/>
                  </a:ext>
                </a:extLst>
              </p:cNvPr>
              <p:cNvSpPr/>
              <p:nvPr/>
            </p:nvSpPr>
            <p:spPr>
              <a:xfrm>
                <a:off x="1332098" y="3630373"/>
                <a:ext cx="913674" cy="578700"/>
              </a:xfrm>
              <a:prstGeom prst="rect">
                <a:avLst/>
              </a:prstGeom>
              <a:noFill/>
              <a:ln/>
            </p:spPr>
            <p:txBody>
              <a:bodyPr wrap="square" rtlCol="0" anchor="t"/>
              <a:lstStyle/>
              <a:p>
                <a:pPr>
                  <a:buSzPct val="100000"/>
                </a:pPr>
                <a:r>
                  <a:rPr lang="en-US" sz="1000" dirty="0">
                    <a:solidFill>
                      <a:srgbClr val="2D3748"/>
                    </a:solidFill>
                    <a:latin typeface="Calibri" pitchFamily="34" charset="0"/>
                    <a:ea typeface="Calibri" pitchFamily="34" charset="-122"/>
                    <a:cs typeface="Calibri" pitchFamily="34" charset="-120"/>
                  </a:rPr>
                  <a:t>Weight: 1 kg</a:t>
                </a:r>
              </a:p>
              <a:p>
                <a:pPr>
                  <a:buSzPct val="100000"/>
                </a:pPr>
                <a:r>
                  <a:rPr lang="en-US" sz="1000" dirty="0">
                    <a:solidFill>
                      <a:srgbClr val="2D3748"/>
                    </a:solidFill>
                    <a:latin typeface="Calibri" pitchFamily="34" charset="0"/>
                    <a:ea typeface="Calibri" pitchFamily="34" charset="-122"/>
                    <a:cs typeface="Calibri" pitchFamily="34" charset="-120"/>
                  </a:rPr>
                  <a:t>Calories: 500 Price: 1 </a:t>
                </a:r>
                <a:r>
                  <a:rPr lang="en-US" sz="1000" dirty="0" err="1">
                    <a:solidFill>
                      <a:srgbClr val="2D3748"/>
                    </a:solidFill>
                    <a:latin typeface="Calibri" pitchFamily="34" charset="0"/>
                    <a:ea typeface="Calibri" pitchFamily="34" charset="-122"/>
                    <a:cs typeface="Calibri" pitchFamily="34" charset="-120"/>
                  </a:rPr>
                  <a:t>usd</a:t>
                </a:r>
                <a:endParaRPr lang="en-US" sz="1000" dirty="0">
                  <a:solidFill>
                    <a:srgbClr val="2D3748"/>
                  </a:solidFill>
                  <a:latin typeface="Calibri" pitchFamily="34" charset="0"/>
                  <a:ea typeface="Calibri" pitchFamily="34" charset="-122"/>
                  <a:cs typeface="Calibri" pitchFamily="34" charset="-120"/>
                </a:endParaRPr>
              </a:p>
              <a:p>
                <a:pPr>
                  <a:buSzPct val="100000"/>
                </a:pPr>
                <a:endParaRPr lang="en-US" sz="1000" baseline="30000" dirty="0"/>
              </a:p>
            </p:txBody>
          </p:sp>
        </p:grpSp>
        <p:grpSp>
          <p:nvGrpSpPr>
            <p:cNvPr id="9" name="Group 8">
              <a:extLst>
                <a:ext uri="{FF2B5EF4-FFF2-40B4-BE49-F238E27FC236}">
                  <a16:creationId xmlns:a16="http://schemas.microsoft.com/office/drawing/2014/main" id="{F9745326-ACB6-5043-9E18-02173EEBE6E8}"/>
                </a:ext>
              </a:extLst>
            </p:cNvPr>
            <p:cNvGrpSpPr/>
            <p:nvPr/>
          </p:nvGrpSpPr>
          <p:grpSpPr>
            <a:xfrm>
              <a:off x="7020520" y="2133177"/>
              <a:ext cx="956347" cy="929685"/>
              <a:chOff x="2445230" y="3250799"/>
              <a:chExt cx="956347" cy="929685"/>
            </a:xfrm>
          </p:grpSpPr>
          <p:pic>
            <p:nvPicPr>
              <p:cNvPr id="10" name="Graphic 9" descr="Apple with solid fill">
                <a:extLst>
                  <a:ext uri="{FF2B5EF4-FFF2-40B4-BE49-F238E27FC236}">
                    <a16:creationId xmlns:a16="http://schemas.microsoft.com/office/drawing/2014/main" id="{1DDBECDD-0726-AFB4-B70F-A652B3979C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73468" y="3250799"/>
                <a:ext cx="457200" cy="457200"/>
              </a:xfrm>
              <a:prstGeom prst="rect">
                <a:avLst/>
              </a:prstGeom>
            </p:spPr>
          </p:pic>
          <p:sp>
            <p:nvSpPr>
              <p:cNvPr id="11" name="Text 3">
                <a:extLst>
                  <a:ext uri="{FF2B5EF4-FFF2-40B4-BE49-F238E27FC236}">
                    <a16:creationId xmlns:a16="http://schemas.microsoft.com/office/drawing/2014/main" id="{8D1CAA23-44D8-7BC5-02E6-0532112D5BBB}"/>
                  </a:ext>
                </a:extLst>
              </p:cNvPr>
              <p:cNvSpPr/>
              <p:nvPr/>
            </p:nvSpPr>
            <p:spPr>
              <a:xfrm>
                <a:off x="2445230" y="3635469"/>
                <a:ext cx="956347" cy="545015"/>
              </a:xfrm>
              <a:prstGeom prst="rect">
                <a:avLst/>
              </a:prstGeom>
              <a:noFill/>
              <a:ln/>
            </p:spPr>
            <p:txBody>
              <a:bodyPr wrap="square" rtlCol="0" anchor="t"/>
              <a:lstStyle/>
              <a:p>
                <a:pPr>
                  <a:buSzPct val="100000"/>
                </a:pPr>
                <a:r>
                  <a:rPr lang="en-US" sz="1000" dirty="0">
                    <a:solidFill>
                      <a:srgbClr val="2D3748"/>
                    </a:solidFill>
                    <a:latin typeface="Calibri" pitchFamily="34" charset="0"/>
                    <a:ea typeface="Calibri" pitchFamily="34" charset="-122"/>
                    <a:cs typeface="Calibri" pitchFamily="34" charset="-120"/>
                  </a:rPr>
                  <a:t>Weight: 0.4 kg</a:t>
                </a:r>
              </a:p>
              <a:p>
                <a:pPr>
                  <a:buSzPct val="100000"/>
                </a:pPr>
                <a:r>
                  <a:rPr lang="en-US" sz="1000" dirty="0">
                    <a:solidFill>
                      <a:srgbClr val="2D3748"/>
                    </a:solidFill>
                    <a:latin typeface="Calibri" pitchFamily="34" charset="0"/>
                    <a:ea typeface="Calibri" pitchFamily="34" charset="-122"/>
                    <a:cs typeface="Calibri" pitchFamily="34" charset="-120"/>
                  </a:rPr>
                  <a:t>Calories: 100 Price: 0.5 </a:t>
                </a:r>
                <a:r>
                  <a:rPr lang="en-US" sz="1000" dirty="0" err="1">
                    <a:solidFill>
                      <a:srgbClr val="2D3748"/>
                    </a:solidFill>
                    <a:latin typeface="Calibri" pitchFamily="34" charset="0"/>
                    <a:ea typeface="Calibri" pitchFamily="34" charset="-122"/>
                    <a:cs typeface="Calibri" pitchFamily="34" charset="-120"/>
                  </a:rPr>
                  <a:t>usd</a:t>
                </a:r>
                <a:endParaRPr lang="en-US" sz="1000" dirty="0">
                  <a:solidFill>
                    <a:srgbClr val="2D3748"/>
                  </a:solidFill>
                  <a:latin typeface="Calibri" pitchFamily="34" charset="0"/>
                  <a:ea typeface="Calibri" pitchFamily="34" charset="-122"/>
                  <a:cs typeface="Calibri" pitchFamily="34" charset="-120"/>
                </a:endParaRPr>
              </a:p>
            </p:txBody>
          </p:sp>
        </p:grpSp>
        <p:grpSp>
          <p:nvGrpSpPr>
            <p:cNvPr id="13" name="Group 12">
              <a:extLst>
                <a:ext uri="{FF2B5EF4-FFF2-40B4-BE49-F238E27FC236}">
                  <a16:creationId xmlns:a16="http://schemas.microsoft.com/office/drawing/2014/main" id="{2D7C4722-2A54-611C-8882-5256FE3FB32C}"/>
                </a:ext>
              </a:extLst>
            </p:cNvPr>
            <p:cNvGrpSpPr/>
            <p:nvPr/>
          </p:nvGrpSpPr>
          <p:grpSpPr>
            <a:xfrm>
              <a:off x="5889888" y="3351972"/>
              <a:ext cx="956346" cy="1022187"/>
              <a:chOff x="1375954" y="4059153"/>
              <a:chExt cx="956346" cy="1022187"/>
            </a:xfrm>
          </p:grpSpPr>
          <p:pic>
            <p:nvPicPr>
              <p:cNvPr id="14" name="Graphic 13" descr="Ice cream with solid fill">
                <a:extLst>
                  <a:ext uri="{FF2B5EF4-FFF2-40B4-BE49-F238E27FC236}">
                    <a16:creationId xmlns:a16="http://schemas.microsoft.com/office/drawing/2014/main" id="{F94322D6-2C56-3510-59F2-5242351D9A4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95032" y="4059153"/>
                <a:ext cx="457200" cy="457200"/>
              </a:xfrm>
              <a:prstGeom prst="rect">
                <a:avLst/>
              </a:prstGeom>
            </p:spPr>
          </p:pic>
          <p:sp>
            <p:nvSpPr>
              <p:cNvPr id="15" name="Text 3">
                <a:extLst>
                  <a:ext uri="{FF2B5EF4-FFF2-40B4-BE49-F238E27FC236}">
                    <a16:creationId xmlns:a16="http://schemas.microsoft.com/office/drawing/2014/main" id="{0E4D0361-C10A-966C-8913-C31275567C39}"/>
                  </a:ext>
                </a:extLst>
              </p:cNvPr>
              <p:cNvSpPr/>
              <p:nvPr/>
            </p:nvSpPr>
            <p:spPr>
              <a:xfrm>
                <a:off x="1375954" y="4444495"/>
                <a:ext cx="956346" cy="636845"/>
              </a:xfrm>
              <a:prstGeom prst="rect">
                <a:avLst/>
              </a:prstGeom>
              <a:noFill/>
              <a:ln/>
            </p:spPr>
            <p:txBody>
              <a:bodyPr wrap="square" rtlCol="0" anchor="t"/>
              <a:lstStyle/>
              <a:p>
                <a:pPr>
                  <a:buSzPct val="100000"/>
                </a:pPr>
                <a:r>
                  <a:rPr lang="en-US" sz="1000" dirty="0">
                    <a:solidFill>
                      <a:srgbClr val="2D3748"/>
                    </a:solidFill>
                    <a:latin typeface="Calibri" pitchFamily="34" charset="0"/>
                    <a:ea typeface="Calibri" pitchFamily="34" charset="-122"/>
                    <a:cs typeface="Calibri" pitchFamily="34" charset="-120"/>
                  </a:rPr>
                  <a:t>Weight: 0.3 kg</a:t>
                </a:r>
              </a:p>
              <a:p>
                <a:pPr>
                  <a:buSzPct val="100000"/>
                </a:pPr>
                <a:r>
                  <a:rPr lang="en-US" sz="1000" dirty="0">
                    <a:solidFill>
                      <a:srgbClr val="2D3748"/>
                    </a:solidFill>
                    <a:latin typeface="Calibri" pitchFamily="34" charset="0"/>
                    <a:ea typeface="Calibri" pitchFamily="34" charset="-122"/>
                    <a:cs typeface="Calibri" pitchFamily="34" charset="-120"/>
                  </a:rPr>
                  <a:t>Calories: 600 Price: 2 </a:t>
                </a:r>
                <a:r>
                  <a:rPr lang="en-US" sz="1000" dirty="0" err="1">
                    <a:solidFill>
                      <a:srgbClr val="2D3748"/>
                    </a:solidFill>
                    <a:latin typeface="Calibri" pitchFamily="34" charset="0"/>
                    <a:ea typeface="Calibri" pitchFamily="34" charset="-122"/>
                    <a:cs typeface="Calibri" pitchFamily="34" charset="-120"/>
                  </a:rPr>
                  <a:t>usd</a:t>
                </a:r>
                <a:endParaRPr lang="en-US" sz="1000" baseline="30000" dirty="0"/>
              </a:p>
            </p:txBody>
          </p:sp>
        </p:grpSp>
        <p:grpSp>
          <p:nvGrpSpPr>
            <p:cNvPr id="16" name="Group 15">
              <a:extLst>
                <a:ext uri="{FF2B5EF4-FFF2-40B4-BE49-F238E27FC236}">
                  <a16:creationId xmlns:a16="http://schemas.microsoft.com/office/drawing/2014/main" id="{519DA30F-026C-F67B-856E-04AE39384C5D}"/>
                </a:ext>
              </a:extLst>
            </p:cNvPr>
            <p:cNvGrpSpPr/>
            <p:nvPr/>
          </p:nvGrpSpPr>
          <p:grpSpPr>
            <a:xfrm>
              <a:off x="7020520" y="3361525"/>
              <a:ext cx="956346" cy="755863"/>
              <a:chOff x="2376805" y="4089438"/>
              <a:chExt cx="956346" cy="755863"/>
            </a:xfrm>
          </p:grpSpPr>
          <p:pic>
            <p:nvPicPr>
              <p:cNvPr id="17" name="Graphic 16" descr="Cheese with solid fill">
                <a:extLst>
                  <a:ext uri="{FF2B5EF4-FFF2-40B4-BE49-F238E27FC236}">
                    <a16:creationId xmlns:a16="http://schemas.microsoft.com/office/drawing/2014/main" id="{ECE687E1-AF30-EA66-CD4C-5AA2108B06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78998" y="4089438"/>
                <a:ext cx="457200" cy="457200"/>
              </a:xfrm>
              <a:prstGeom prst="rect">
                <a:avLst/>
              </a:prstGeom>
            </p:spPr>
          </p:pic>
          <p:sp>
            <p:nvSpPr>
              <p:cNvPr id="18" name="Text 3">
                <a:extLst>
                  <a:ext uri="{FF2B5EF4-FFF2-40B4-BE49-F238E27FC236}">
                    <a16:creationId xmlns:a16="http://schemas.microsoft.com/office/drawing/2014/main" id="{D50A9C4E-99A7-FD19-8C2E-14445D4FDA3D}"/>
                  </a:ext>
                </a:extLst>
              </p:cNvPr>
              <p:cNvSpPr/>
              <p:nvPr/>
            </p:nvSpPr>
            <p:spPr>
              <a:xfrm>
                <a:off x="2376805" y="4455674"/>
                <a:ext cx="956346" cy="389627"/>
              </a:xfrm>
              <a:prstGeom prst="rect">
                <a:avLst/>
              </a:prstGeom>
              <a:noFill/>
              <a:ln/>
            </p:spPr>
            <p:txBody>
              <a:bodyPr wrap="square" rtlCol="0" anchor="t"/>
              <a:lstStyle/>
              <a:p>
                <a:pPr>
                  <a:buSzPct val="100000"/>
                </a:pPr>
                <a:r>
                  <a:rPr lang="en-US" sz="1000" dirty="0">
                    <a:solidFill>
                      <a:srgbClr val="2D3748"/>
                    </a:solidFill>
                    <a:latin typeface="Calibri" pitchFamily="34" charset="0"/>
                    <a:ea typeface="Calibri" pitchFamily="34" charset="-122"/>
                    <a:cs typeface="Calibri" pitchFamily="34" charset="-120"/>
                  </a:rPr>
                  <a:t>Weight: 2 kg</a:t>
                </a:r>
              </a:p>
              <a:p>
                <a:pPr>
                  <a:buSzPct val="100000"/>
                </a:pPr>
                <a:r>
                  <a:rPr lang="en-US" sz="1000" dirty="0">
                    <a:solidFill>
                      <a:srgbClr val="2D3748"/>
                    </a:solidFill>
                    <a:latin typeface="Calibri" pitchFamily="34" charset="0"/>
                    <a:ea typeface="Calibri" pitchFamily="34" charset="-122"/>
                    <a:cs typeface="Calibri" pitchFamily="34" charset="-120"/>
                  </a:rPr>
                  <a:t>Calories: 1000 Price: 3 </a:t>
                </a:r>
                <a:r>
                  <a:rPr lang="en-US" sz="1000" dirty="0" err="1">
                    <a:solidFill>
                      <a:srgbClr val="2D3748"/>
                    </a:solidFill>
                    <a:latin typeface="Calibri" pitchFamily="34" charset="0"/>
                    <a:ea typeface="Calibri" pitchFamily="34" charset="-122"/>
                    <a:cs typeface="Calibri" pitchFamily="34" charset="-120"/>
                  </a:rPr>
                  <a:t>usd</a:t>
                </a:r>
                <a:endParaRPr lang="en-US" sz="1000" baseline="30000" dirty="0"/>
              </a:p>
            </p:txBody>
          </p:sp>
        </p:grpSp>
        <p:sp>
          <p:nvSpPr>
            <p:cNvPr id="19" name="Rectangle 18">
              <a:extLst>
                <a:ext uri="{FF2B5EF4-FFF2-40B4-BE49-F238E27FC236}">
                  <a16:creationId xmlns:a16="http://schemas.microsoft.com/office/drawing/2014/main" id="{167DFA9D-3831-7529-672A-9899B0ADEE78}"/>
                </a:ext>
              </a:extLst>
            </p:cNvPr>
            <p:cNvSpPr/>
            <p:nvPr/>
          </p:nvSpPr>
          <p:spPr>
            <a:xfrm>
              <a:off x="4572000" y="1864431"/>
              <a:ext cx="3630815" cy="2652161"/>
            </a:xfrm>
            <a:prstGeom prst="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3">
              <a:extLst>
                <a:ext uri="{FF2B5EF4-FFF2-40B4-BE49-F238E27FC236}">
                  <a16:creationId xmlns:a16="http://schemas.microsoft.com/office/drawing/2014/main" id="{283346D3-7651-AA42-E6BB-8B136629741F}"/>
                </a:ext>
              </a:extLst>
            </p:cNvPr>
            <p:cNvSpPr/>
            <p:nvPr/>
          </p:nvSpPr>
          <p:spPr>
            <a:xfrm>
              <a:off x="4774106" y="3532947"/>
              <a:ext cx="956345" cy="389627"/>
            </a:xfrm>
            <a:prstGeom prst="rect">
              <a:avLst/>
            </a:prstGeom>
            <a:noFill/>
            <a:ln/>
          </p:spPr>
          <p:txBody>
            <a:bodyPr wrap="square" rtlCol="0" anchor="t"/>
            <a:lstStyle/>
            <a:p>
              <a:pPr>
                <a:buSzPct val="100000"/>
              </a:pPr>
              <a:r>
                <a:rPr lang="en-US" sz="1000" dirty="0">
                  <a:solidFill>
                    <a:srgbClr val="2D3748"/>
                  </a:solidFill>
                  <a:latin typeface="Calibri" pitchFamily="34" charset="0"/>
                  <a:ea typeface="Calibri" pitchFamily="34" charset="-122"/>
                  <a:cs typeface="Calibri" pitchFamily="34" charset="-120"/>
                </a:rPr>
                <a:t>Capacity: 1 kg</a:t>
              </a:r>
            </a:p>
            <a:p>
              <a:pPr>
                <a:buSzPct val="100000"/>
              </a:pPr>
              <a:r>
                <a:rPr lang="en-US" sz="1000" dirty="0">
                  <a:solidFill>
                    <a:srgbClr val="2D3748"/>
                  </a:solidFill>
                  <a:latin typeface="Calibri" pitchFamily="34" charset="0"/>
                  <a:ea typeface="Calibri" pitchFamily="34" charset="-122"/>
                  <a:cs typeface="Calibri" pitchFamily="34" charset="-120"/>
                </a:rPr>
                <a:t>Budget: 10 </a:t>
              </a:r>
              <a:r>
                <a:rPr lang="en-US" sz="1000" dirty="0" err="1">
                  <a:solidFill>
                    <a:srgbClr val="2D3748"/>
                  </a:solidFill>
                  <a:latin typeface="Calibri" pitchFamily="34" charset="0"/>
                  <a:ea typeface="Calibri" pitchFamily="34" charset="-122"/>
                  <a:cs typeface="Calibri" pitchFamily="34" charset="-120"/>
                </a:rPr>
                <a:t>usd</a:t>
              </a:r>
              <a:endParaRPr lang="en-US" sz="1000" baseline="30000" dirty="0"/>
            </a:p>
          </p:txBody>
        </p:sp>
      </p:grpSp>
      <p:sp>
        <p:nvSpPr>
          <p:cNvPr id="24" name="Text 3">
            <a:extLst>
              <a:ext uri="{FF2B5EF4-FFF2-40B4-BE49-F238E27FC236}">
                <a16:creationId xmlns:a16="http://schemas.microsoft.com/office/drawing/2014/main" id="{532D1245-39FD-EBC7-13EA-1F7775DF7952}"/>
              </a:ext>
            </a:extLst>
          </p:cNvPr>
          <p:cNvSpPr/>
          <p:nvPr/>
        </p:nvSpPr>
        <p:spPr>
          <a:xfrm>
            <a:off x="336812" y="1118730"/>
            <a:ext cx="4232573" cy="859633"/>
          </a:xfrm>
          <a:prstGeom prst="rect">
            <a:avLst/>
          </a:prstGeom>
          <a:noFill/>
          <a:ln/>
        </p:spPr>
        <p:txBody>
          <a:bodyPr wrap="square" rtlCol="0" anchor="ctr"/>
          <a:lstStyle/>
          <a:p>
            <a:pPr algn="ctr">
              <a:spcAft>
                <a:spcPts val="700"/>
              </a:spcAft>
              <a:buSzPct val="100000"/>
            </a:pPr>
            <a:r>
              <a:rPr lang="en-US" sz="2400" b="1" dirty="0">
                <a:solidFill>
                  <a:srgbClr val="2D3748"/>
                </a:solidFill>
                <a:latin typeface="Calibri" pitchFamily="34" charset="0"/>
                <a:ea typeface="Calibri" pitchFamily="34" charset="-122"/>
                <a:cs typeface="Calibri" pitchFamily="34" charset="-120"/>
              </a:rPr>
              <a:t>Service description</a:t>
            </a:r>
            <a:endParaRPr lang="en-US" sz="2400" b="1" baseline="30000" dirty="0"/>
          </a:p>
        </p:txBody>
      </p:sp>
      <p:sp>
        <p:nvSpPr>
          <p:cNvPr id="26" name="Text 3">
            <a:extLst>
              <a:ext uri="{FF2B5EF4-FFF2-40B4-BE49-F238E27FC236}">
                <a16:creationId xmlns:a16="http://schemas.microsoft.com/office/drawing/2014/main" id="{97A21304-66D4-B0CA-2814-DE39A4CF576B}"/>
              </a:ext>
            </a:extLst>
          </p:cNvPr>
          <p:cNvSpPr/>
          <p:nvPr/>
        </p:nvSpPr>
        <p:spPr>
          <a:xfrm>
            <a:off x="301396" y="2039795"/>
            <a:ext cx="4232573" cy="2661988"/>
          </a:xfrm>
          <a:prstGeom prst="rect">
            <a:avLst/>
          </a:prstGeom>
          <a:noFill/>
          <a:ln/>
        </p:spPr>
        <p:txBody>
          <a:bodyPr wrap="square" rtlCol="0" anchor="t"/>
          <a:lstStyle/>
          <a:p>
            <a:pPr marL="285750" indent="-285750">
              <a:spcAft>
                <a:spcPts val="700"/>
              </a:spcAft>
              <a:buSzPct val="100000"/>
              <a:buFont typeface="Arial" panose="020B0604020202020204" pitchFamily="34" charset="0"/>
              <a:buChar char="•"/>
            </a:pPr>
            <a:r>
              <a:rPr lang="en-US" dirty="0">
                <a:solidFill>
                  <a:srgbClr val="2D3748"/>
                </a:solidFill>
                <a:latin typeface="Calibri" pitchFamily="34" charset="0"/>
                <a:ea typeface="Calibri" pitchFamily="34" charset="-122"/>
                <a:cs typeface="Calibri" pitchFamily="34" charset="-120"/>
              </a:rPr>
              <a:t>You have a specialized software to solve </a:t>
            </a:r>
            <a:r>
              <a:rPr lang="en-US" b="1" dirty="0">
                <a:solidFill>
                  <a:srgbClr val="2D3748"/>
                </a:solidFill>
                <a:latin typeface="Calibri" pitchFamily="34" charset="0"/>
                <a:ea typeface="Calibri" pitchFamily="34" charset="-122"/>
                <a:cs typeface="Calibri" pitchFamily="34" charset="-120"/>
              </a:rPr>
              <a:t>knapsack problems</a:t>
            </a:r>
            <a:r>
              <a:rPr lang="en-US" dirty="0">
                <a:solidFill>
                  <a:srgbClr val="2D3748"/>
                </a:solidFill>
                <a:latin typeface="Calibri" pitchFamily="34" charset="0"/>
                <a:ea typeface="Calibri" pitchFamily="34" charset="-122"/>
                <a:cs typeface="Calibri" pitchFamily="34" charset="-120"/>
              </a:rPr>
              <a:t>.</a:t>
            </a:r>
          </a:p>
          <a:p>
            <a:pPr marL="285750" indent="-285750">
              <a:spcAft>
                <a:spcPts val="700"/>
              </a:spcAft>
              <a:buSzPct val="100000"/>
              <a:buFont typeface="Arial" panose="020B0604020202020204" pitchFamily="34" charset="0"/>
              <a:buChar char="•"/>
            </a:pPr>
            <a:endParaRPr lang="en-US" baseline="30000" dirty="0">
              <a:solidFill>
                <a:srgbClr val="2D3748"/>
              </a:solidFill>
              <a:latin typeface="Calibri" pitchFamily="34" charset="0"/>
              <a:ea typeface="Calibri" pitchFamily="34" charset="-122"/>
              <a:cs typeface="Calibri" pitchFamily="34" charset="-120"/>
            </a:endParaRPr>
          </a:p>
          <a:p>
            <a:pPr marL="285750" indent="-285750">
              <a:spcAft>
                <a:spcPts val="700"/>
              </a:spcAft>
              <a:buSzPct val="100000"/>
              <a:buFont typeface="Arial" panose="020B0604020202020204" pitchFamily="34" charset="0"/>
              <a:buChar char="•"/>
            </a:pPr>
            <a:r>
              <a:rPr lang="en-US" dirty="0">
                <a:solidFill>
                  <a:srgbClr val="2D3748"/>
                </a:solidFill>
                <a:latin typeface="Calibri" pitchFamily="34" charset="0"/>
                <a:ea typeface="Calibri" pitchFamily="34" charset="-122"/>
                <a:cs typeface="Calibri" pitchFamily="34" charset="-120"/>
              </a:rPr>
              <a:t>Given a request like the one on the right, the service should output a solution to your client.</a:t>
            </a:r>
          </a:p>
          <a:p>
            <a:pPr marL="285750" indent="-285750">
              <a:spcAft>
                <a:spcPts val="700"/>
              </a:spcAft>
              <a:buSzPct val="100000"/>
              <a:buFont typeface="Arial" panose="020B0604020202020204" pitchFamily="34" charset="0"/>
              <a:buChar char="•"/>
            </a:pPr>
            <a:endParaRPr lang="en-US" baseline="30000" dirty="0"/>
          </a:p>
        </p:txBody>
      </p:sp>
      <p:sp>
        <p:nvSpPr>
          <p:cNvPr id="28" name="TextBox 27">
            <a:extLst>
              <a:ext uri="{FF2B5EF4-FFF2-40B4-BE49-F238E27FC236}">
                <a16:creationId xmlns:a16="http://schemas.microsoft.com/office/drawing/2014/main" id="{2FA2458E-464B-7332-1F01-FF540F471FA9}"/>
              </a:ext>
            </a:extLst>
          </p:cNvPr>
          <p:cNvSpPr txBox="1"/>
          <p:nvPr/>
        </p:nvSpPr>
        <p:spPr>
          <a:xfrm>
            <a:off x="301396" y="4822306"/>
            <a:ext cx="6305297" cy="246221"/>
          </a:xfrm>
          <a:prstGeom prst="rect">
            <a:avLst/>
          </a:prstGeom>
          <a:noFill/>
        </p:spPr>
        <p:txBody>
          <a:bodyPr wrap="square">
            <a:spAutoFit/>
          </a:bodyPr>
          <a:lstStyle/>
          <a:p>
            <a:r>
              <a:rPr lang="en-US" sz="1000" dirty="0"/>
              <a:t>Source: </a:t>
            </a:r>
            <a:r>
              <a:rPr lang="en-US" sz="1000" dirty="0">
                <a:hlinkClick r:id="rId8"/>
              </a:rPr>
              <a:t>https://github.com/sefop/sefop-python-starter</a:t>
            </a:r>
            <a:r>
              <a:rPr lang="en-US" sz="1000" dirty="0"/>
              <a:t> </a:t>
            </a:r>
          </a:p>
        </p:txBody>
      </p:sp>
    </p:spTree>
    <p:extLst>
      <p:ext uri="{BB962C8B-B14F-4D97-AF65-F5344CB8AC3E}">
        <p14:creationId xmlns:p14="http://schemas.microsoft.com/office/powerpoint/2010/main" val="4205888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4BD"/>
          </a:solidFill>
          <a:ln/>
        </p:spPr>
        <p:txBody>
          <a:bodyPr/>
          <a:lstStyle/>
          <a:p>
            <a:endParaRPr lang="en-US"/>
          </a:p>
        </p:txBody>
      </p:sp>
      <p:sp>
        <p:nvSpPr>
          <p:cNvPr id="6" name="Shape 4"/>
          <p:cNvSpPr/>
          <p:nvPr/>
        </p:nvSpPr>
        <p:spPr>
          <a:xfrm>
            <a:off x="157034" y="1408176"/>
            <a:ext cx="822960" cy="822960"/>
          </a:xfrm>
          <a:prstGeom prst="ellipse">
            <a:avLst/>
          </a:prstGeom>
          <a:solidFill>
            <a:srgbClr val="E0F5F9"/>
          </a:solidFill>
          <a:ln w="25400">
            <a:solidFill>
              <a:srgbClr val="00A4B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294194" y="1545336"/>
            <a:ext cx="548640" cy="548640"/>
          </a:xfrm>
          <a:prstGeom prst="rect">
            <a:avLst/>
          </a:prstGeom>
        </p:spPr>
      </p:pic>
      <p:sp>
        <p:nvSpPr>
          <p:cNvPr id="8" name="Text 5"/>
          <p:cNvSpPr/>
          <p:nvPr/>
        </p:nvSpPr>
        <p:spPr>
          <a:xfrm>
            <a:off x="65594" y="2295144"/>
            <a:ext cx="1005840" cy="256032"/>
          </a:xfrm>
          <a:prstGeom prst="rect">
            <a:avLst/>
          </a:prstGeom>
          <a:noFill/>
          <a:ln/>
        </p:spPr>
        <p:txBody>
          <a:bodyPr wrap="square" lIns="0" tIns="0" rIns="0" bIns="0" rtlCol="0" anchor="ctr"/>
          <a:lstStyle/>
          <a:p>
            <a:pPr marL="0" indent="0" algn="ctr">
              <a:buNone/>
            </a:pPr>
            <a:r>
              <a:rPr lang="en-US" sz="1200" b="1" dirty="0">
                <a:solidFill>
                  <a:srgbClr val="00A4BD"/>
                </a:solidFill>
              </a:rPr>
              <a:t>Idea</a:t>
            </a:r>
            <a:endParaRPr lang="en-US" sz="1200" dirty="0"/>
          </a:p>
        </p:txBody>
      </p:sp>
      <p:sp>
        <p:nvSpPr>
          <p:cNvPr id="10" name="Shape 7"/>
          <p:cNvSpPr/>
          <p:nvPr/>
        </p:nvSpPr>
        <p:spPr>
          <a:xfrm>
            <a:off x="8080869" y="1389888"/>
            <a:ext cx="822960" cy="822960"/>
          </a:xfrm>
          <a:prstGeom prst="ellipse">
            <a:avLst/>
          </a:prstGeom>
          <a:solidFill>
            <a:srgbClr val="E8FAF0"/>
          </a:solidFill>
          <a:ln w="25400">
            <a:solidFill>
              <a:srgbClr val="22C55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218029" y="1527048"/>
            <a:ext cx="548640" cy="548640"/>
          </a:xfrm>
          <a:prstGeom prst="rect">
            <a:avLst/>
          </a:prstGeom>
        </p:spPr>
      </p:pic>
      <p:sp>
        <p:nvSpPr>
          <p:cNvPr id="12" name="Text 8"/>
          <p:cNvSpPr/>
          <p:nvPr/>
        </p:nvSpPr>
        <p:spPr>
          <a:xfrm>
            <a:off x="8016861" y="2295144"/>
            <a:ext cx="1005840" cy="256032"/>
          </a:xfrm>
          <a:prstGeom prst="rect">
            <a:avLst/>
          </a:prstGeom>
          <a:noFill/>
          <a:ln/>
        </p:spPr>
        <p:txBody>
          <a:bodyPr wrap="square" lIns="0" tIns="0" rIns="0" bIns="0" rtlCol="0" anchor="ctr"/>
          <a:lstStyle/>
          <a:p>
            <a:pPr marL="0" indent="0" algn="ctr">
              <a:buNone/>
            </a:pPr>
            <a:r>
              <a:rPr lang="en-US" sz="1200" b="1" dirty="0">
                <a:solidFill>
                  <a:srgbClr val="22C55E"/>
                </a:solidFill>
              </a:rPr>
              <a:t>Integration to main branch</a:t>
            </a:r>
            <a:endParaRPr lang="en-US" sz="1200" dirty="0"/>
          </a:p>
        </p:txBody>
      </p:sp>
      <p:sp>
        <p:nvSpPr>
          <p:cNvPr id="14" name="Shape 10"/>
          <p:cNvSpPr/>
          <p:nvPr/>
        </p:nvSpPr>
        <p:spPr>
          <a:xfrm>
            <a:off x="1310481" y="1261872"/>
            <a:ext cx="1938528" cy="3401568"/>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15" name="Shape 11"/>
          <p:cNvSpPr/>
          <p:nvPr/>
        </p:nvSpPr>
        <p:spPr>
          <a:xfrm>
            <a:off x="1314681" y="1261872"/>
            <a:ext cx="1938528" cy="292608"/>
          </a:xfrm>
          <a:prstGeom prst="rect">
            <a:avLst/>
          </a:prstGeom>
          <a:solidFill>
            <a:srgbClr val="F5820A"/>
          </a:solidFill>
          <a:ln/>
        </p:spPr>
        <p:txBody>
          <a:bodyPr anchor="ctr"/>
          <a:lstStyle/>
          <a:p>
            <a:pPr algn="ctr"/>
            <a:r>
              <a:rPr lang="en-US" sz="1400" b="1" dirty="0">
                <a:solidFill>
                  <a:schemeClr val="bg1"/>
                </a:solidFill>
              </a:rPr>
              <a:t>1. Spec definition</a:t>
            </a:r>
          </a:p>
        </p:txBody>
      </p:sp>
      <p:sp>
        <p:nvSpPr>
          <p:cNvPr id="16" name="Text 12"/>
          <p:cNvSpPr/>
          <p:nvPr/>
        </p:nvSpPr>
        <p:spPr>
          <a:xfrm>
            <a:off x="1443069" y="1280160"/>
            <a:ext cx="1737360" cy="256032"/>
          </a:xfrm>
          <a:prstGeom prst="rect">
            <a:avLst/>
          </a:prstGeom>
          <a:noFill/>
          <a:ln/>
        </p:spPr>
        <p:txBody>
          <a:bodyPr wrap="square" lIns="0" tIns="0" rIns="0" bIns="0" rtlCol="0" anchor="ctr"/>
          <a:lstStyle/>
          <a:p>
            <a:pPr marL="0" indent="0">
              <a:buNone/>
            </a:pPr>
            <a:endParaRPr lang="en-US" sz="1300" dirty="0"/>
          </a:p>
        </p:txBody>
      </p:sp>
      <p:sp>
        <p:nvSpPr>
          <p:cNvPr id="17" name="Shape 13"/>
          <p:cNvSpPr/>
          <p:nvPr/>
        </p:nvSpPr>
        <p:spPr>
          <a:xfrm>
            <a:off x="1863693" y="1664208"/>
            <a:ext cx="868680" cy="868680"/>
          </a:xfrm>
          <a:prstGeom prst="ellipse">
            <a:avLst/>
          </a:prstGeom>
          <a:solidFill>
            <a:srgbClr val="FEF0E0"/>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1982565" y="1783080"/>
            <a:ext cx="640080" cy="640080"/>
          </a:xfrm>
          <a:prstGeom prst="rect">
            <a:avLst/>
          </a:prstGeom>
        </p:spPr>
      </p:pic>
      <p:sp>
        <p:nvSpPr>
          <p:cNvPr id="20" name="Text 15"/>
          <p:cNvSpPr/>
          <p:nvPr/>
        </p:nvSpPr>
        <p:spPr>
          <a:xfrm>
            <a:off x="1479645" y="2920482"/>
            <a:ext cx="1645920" cy="1633230"/>
          </a:xfrm>
          <a:prstGeom prst="rect">
            <a:avLst/>
          </a:prstGeom>
          <a:noFill/>
          <a:ln/>
        </p:spPr>
        <p:txBody>
          <a:bodyPr wrap="square" lIns="0" tIns="0" rIns="0" bIns="0" rtlCol="0" anchor="t"/>
          <a:lstStyle/>
          <a:p>
            <a:pPr marL="0" indent="0" algn="ctr">
              <a:buNone/>
            </a:pPr>
            <a:r>
              <a:rPr lang="en-US" sz="1050" dirty="0">
                <a:solidFill>
                  <a:srgbClr val="475569"/>
                </a:solidFill>
              </a:rPr>
              <a:t>Translate the idea into a structured feature specification — defining scope, requirements, and acceptance criteria.</a:t>
            </a:r>
          </a:p>
          <a:p>
            <a:pPr marL="0" indent="0" algn="ctr">
              <a:buNone/>
            </a:pPr>
            <a:endParaRPr lang="en-US" sz="1050" dirty="0">
              <a:solidFill>
                <a:srgbClr val="475569"/>
              </a:solidFill>
            </a:endParaRPr>
          </a:p>
          <a:p>
            <a:pPr marL="0" indent="0" algn="ctr">
              <a:buNone/>
            </a:pPr>
            <a:r>
              <a:rPr lang="en-US" sz="1050" b="1" dirty="0">
                <a:solidFill>
                  <a:srgbClr val="475569"/>
                </a:solidFill>
              </a:rPr>
              <a:t>Output</a:t>
            </a:r>
            <a:r>
              <a:rPr lang="en-US" sz="1050" dirty="0">
                <a:solidFill>
                  <a:srgbClr val="475569"/>
                </a:solidFill>
              </a:rPr>
              <a:t>: a written document (ex: GitHub Issue)</a:t>
            </a:r>
            <a:endParaRPr lang="en-US" sz="1050" dirty="0"/>
          </a:p>
        </p:txBody>
      </p:sp>
      <p:pic>
        <p:nvPicPr>
          <p:cNvPr id="21" name="Image 3" descr="preencoded.png"/>
          <p:cNvPicPr>
            <a:picLocks noChangeAspect="1"/>
          </p:cNvPicPr>
          <p:nvPr/>
        </p:nvPicPr>
        <p:blipFill>
          <a:blip r:embed="rId6"/>
          <a:stretch>
            <a:fillRect/>
          </a:stretch>
        </p:blipFill>
        <p:spPr>
          <a:xfrm>
            <a:off x="3271869" y="1705076"/>
            <a:ext cx="292608" cy="256032"/>
          </a:xfrm>
          <a:prstGeom prst="rect">
            <a:avLst/>
          </a:prstGeom>
        </p:spPr>
      </p:pic>
      <p:sp>
        <p:nvSpPr>
          <p:cNvPr id="22" name="Shape 16"/>
          <p:cNvSpPr/>
          <p:nvPr/>
        </p:nvSpPr>
        <p:spPr>
          <a:xfrm>
            <a:off x="3564477" y="1261872"/>
            <a:ext cx="1938528" cy="3401568"/>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23" name="Shape 17"/>
          <p:cNvSpPr/>
          <p:nvPr/>
        </p:nvSpPr>
        <p:spPr>
          <a:xfrm>
            <a:off x="3564477" y="1261872"/>
            <a:ext cx="1938528" cy="292608"/>
          </a:xfrm>
          <a:prstGeom prst="rect">
            <a:avLst/>
          </a:prstGeom>
          <a:solidFill>
            <a:srgbClr val="00A4BD"/>
          </a:solidFill>
          <a:ln/>
        </p:spPr>
        <p:txBody>
          <a:bodyPr anchor="ctr"/>
          <a:lstStyle/>
          <a:p>
            <a:pPr algn="ctr"/>
            <a:r>
              <a:rPr lang="en-US" sz="1400" b="1" dirty="0">
                <a:solidFill>
                  <a:schemeClr val="bg1"/>
                </a:solidFill>
              </a:rPr>
              <a:t>2. Coding</a:t>
            </a:r>
          </a:p>
        </p:txBody>
      </p:sp>
      <p:sp>
        <p:nvSpPr>
          <p:cNvPr id="25" name="Shape 19"/>
          <p:cNvSpPr/>
          <p:nvPr/>
        </p:nvSpPr>
        <p:spPr>
          <a:xfrm>
            <a:off x="4094829" y="1664208"/>
            <a:ext cx="868680" cy="868680"/>
          </a:xfrm>
          <a:prstGeom prst="ellipse">
            <a:avLst/>
          </a:prstGeom>
          <a:solidFill>
            <a:srgbClr val="E0F5F9"/>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213701" y="1783080"/>
            <a:ext cx="640080" cy="640080"/>
          </a:xfrm>
          <a:prstGeom prst="rect">
            <a:avLst/>
          </a:prstGeom>
        </p:spPr>
      </p:pic>
      <p:sp>
        <p:nvSpPr>
          <p:cNvPr id="28" name="Text 21"/>
          <p:cNvSpPr/>
          <p:nvPr/>
        </p:nvSpPr>
        <p:spPr>
          <a:xfrm>
            <a:off x="3710781" y="2920482"/>
            <a:ext cx="1645920" cy="1633230"/>
          </a:xfrm>
          <a:prstGeom prst="rect">
            <a:avLst/>
          </a:prstGeom>
          <a:noFill/>
          <a:ln/>
        </p:spPr>
        <p:txBody>
          <a:bodyPr wrap="square" lIns="0" tIns="0" rIns="0" bIns="0" rtlCol="0" anchor="t"/>
          <a:lstStyle/>
          <a:p>
            <a:pPr marL="0" indent="0" algn="ctr">
              <a:buNone/>
            </a:pPr>
            <a:r>
              <a:rPr lang="en-US" sz="1050" dirty="0">
                <a:solidFill>
                  <a:srgbClr val="475569"/>
                </a:solidFill>
              </a:rPr>
              <a:t>Implement the feature according to the specification in a new branch, producing working, tested code ready for review.</a:t>
            </a:r>
          </a:p>
          <a:p>
            <a:pPr marL="0" indent="0" algn="ctr">
              <a:buNone/>
            </a:pPr>
            <a:endParaRPr lang="en-US" sz="1050" dirty="0">
              <a:solidFill>
                <a:srgbClr val="475569"/>
              </a:solidFill>
            </a:endParaRPr>
          </a:p>
          <a:p>
            <a:pPr marL="0" indent="0" algn="ctr">
              <a:buNone/>
            </a:pPr>
            <a:r>
              <a:rPr lang="en-US" sz="1050" b="1" dirty="0">
                <a:solidFill>
                  <a:srgbClr val="475569"/>
                </a:solidFill>
              </a:rPr>
              <a:t>Output</a:t>
            </a:r>
            <a:r>
              <a:rPr lang="en-US" sz="1050" dirty="0">
                <a:solidFill>
                  <a:srgbClr val="475569"/>
                </a:solidFill>
              </a:rPr>
              <a:t>: a pull request (PR)</a:t>
            </a:r>
            <a:endParaRPr lang="en-US" sz="1050" dirty="0"/>
          </a:p>
        </p:txBody>
      </p:sp>
      <p:sp>
        <p:nvSpPr>
          <p:cNvPr id="30" name="Shape 22"/>
          <p:cNvSpPr/>
          <p:nvPr/>
        </p:nvSpPr>
        <p:spPr>
          <a:xfrm>
            <a:off x="5795613" y="1261872"/>
            <a:ext cx="1938528" cy="3401568"/>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31" name="Shape 23"/>
          <p:cNvSpPr/>
          <p:nvPr/>
        </p:nvSpPr>
        <p:spPr>
          <a:xfrm>
            <a:off x="5795613" y="1261872"/>
            <a:ext cx="1938528" cy="292608"/>
          </a:xfrm>
          <a:prstGeom prst="rect">
            <a:avLst/>
          </a:prstGeom>
          <a:solidFill>
            <a:srgbClr val="1A3A7A"/>
          </a:solidFill>
          <a:ln/>
        </p:spPr>
        <p:txBody>
          <a:bodyPr/>
          <a:lstStyle/>
          <a:p>
            <a:pPr algn="ctr"/>
            <a:r>
              <a:rPr lang="en-US" sz="1400" b="1" dirty="0">
                <a:solidFill>
                  <a:schemeClr val="bg1"/>
                </a:solidFill>
              </a:rPr>
              <a:t>3. Team review</a:t>
            </a:r>
          </a:p>
        </p:txBody>
      </p:sp>
      <p:sp>
        <p:nvSpPr>
          <p:cNvPr id="33" name="Shape 25"/>
          <p:cNvSpPr/>
          <p:nvPr/>
        </p:nvSpPr>
        <p:spPr>
          <a:xfrm>
            <a:off x="6325965" y="1664208"/>
            <a:ext cx="868680" cy="868680"/>
          </a:xfrm>
          <a:prstGeom prst="ellipse">
            <a:avLst/>
          </a:prstGeom>
          <a:solidFill>
            <a:srgbClr val="E8EEF8"/>
          </a:solidFill>
          <a:ln/>
        </p:spPr>
        <p:txBody>
          <a:bodyPr/>
          <a:lstStyle/>
          <a:p>
            <a:endParaRPr lang="en-US"/>
          </a:p>
        </p:txBody>
      </p:sp>
      <p:pic>
        <p:nvPicPr>
          <p:cNvPr id="34" name="Image 6" descr="preencoded.png"/>
          <p:cNvPicPr>
            <a:picLocks noChangeAspect="1"/>
          </p:cNvPicPr>
          <p:nvPr/>
        </p:nvPicPr>
        <p:blipFill>
          <a:blip r:embed="rId8"/>
          <a:stretch>
            <a:fillRect/>
          </a:stretch>
        </p:blipFill>
        <p:spPr>
          <a:xfrm>
            <a:off x="6444837" y="1783080"/>
            <a:ext cx="640080" cy="640080"/>
          </a:xfrm>
          <a:prstGeom prst="rect">
            <a:avLst/>
          </a:prstGeom>
        </p:spPr>
      </p:pic>
      <p:sp>
        <p:nvSpPr>
          <p:cNvPr id="36" name="Text 27"/>
          <p:cNvSpPr/>
          <p:nvPr/>
        </p:nvSpPr>
        <p:spPr>
          <a:xfrm>
            <a:off x="5905341" y="2920482"/>
            <a:ext cx="1737360" cy="1633230"/>
          </a:xfrm>
          <a:prstGeom prst="rect">
            <a:avLst/>
          </a:prstGeom>
          <a:noFill/>
          <a:ln/>
        </p:spPr>
        <p:txBody>
          <a:bodyPr wrap="square" lIns="0" tIns="0" rIns="0" bIns="0" rtlCol="0" anchor="t"/>
          <a:lstStyle/>
          <a:p>
            <a:pPr marL="0" indent="0" algn="ctr">
              <a:buNone/>
            </a:pPr>
            <a:r>
              <a:rPr lang="en-US" sz="1050" dirty="0">
                <a:solidFill>
                  <a:srgbClr val="475569"/>
                </a:solidFill>
              </a:rPr>
              <a:t>The team reviews the implementation against the spec and may provide feedback (go to step 2 if needed). All the blocking workflows (ex: unit tests) should be passing.</a:t>
            </a:r>
          </a:p>
          <a:p>
            <a:pPr marL="0" indent="0" algn="ctr">
              <a:buNone/>
            </a:pPr>
            <a:endParaRPr lang="en-US" sz="1050" dirty="0">
              <a:solidFill>
                <a:srgbClr val="475569"/>
              </a:solidFill>
            </a:endParaRPr>
          </a:p>
          <a:p>
            <a:pPr marL="0" indent="0" algn="ctr">
              <a:buNone/>
            </a:pPr>
            <a:r>
              <a:rPr lang="en-US" sz="1050" b="1" dirty="0">
                <a:solidFill>
                  <a:srgbClr val="475569"/>
                </a:solidFill>
              </a:rPr>
              <a:t>Output</a:t>
            </a:r>
            <a:r>
              <a:rPr lang="en-US" sz="1050" dirty="0">
                <a:solidFill>
                  <a:srgbClr val="475569"/>
                </a:solidFill>
              </a:rPr>
              <a:t>: permission or not for the author to merge PR to main branch</a:t>
            </a:r>
            <a:endParaRPr lang="en-US" sz="1050" dirty="0"/>
          </a:p>
        </p:txBody>
      </p:sp>
      <p:sp>
        <p:nvSpPr>
          <p:cNvPr id="37" name="Text 28"/>
          <p:cNvSpPr/>
          <p:nvPr/>
        </p:nvSpPr>
        <p:spPr>
          <a:xfrm>
            <a:off x="278892" y="4852385"/>
            <a:ext cx="3337560" cy="163099"/>
          </a:xfrm>
          <a:prstGeom prst="rect">
            <a:avLst/>
          </a:prstGeom>
          <a:noFill/>
          <a:ln/>
        </p:spPr>
        <p:txBody>
          <a:bodyPr wrap="square" lIns="0" tIns="0" rIns="0" bIns="0" rtlCol="0" anchor="ctr"/>
          <a:lstStyle/>
          <a:p>
            <a:pPr marL="0" indent="0">
              <a:buNone/>
            </a:pPr>
            <a:r>
              <a:rPr lang="en-US" sz="800" i="1" dirty="0"/>
              <a:t>* Deployment phase is out of the scope on this presentation</a:t>
            </a:r>
            <a:endParaRPr lang="en-US" sz="800" dirty="0"/>
          </a:p>
        </p:txBody>
      </p:sp>
      <p:pic>
        <p:nvPicPr>
          <p:cNvPr id="38" name="Image 3" descr="preencoded.png">
            <a:extLst>
              <a:ext uri="{FF2B5EF4-FFF2-40B4-BE49-F238E27FC236}">
                <a16:creationId xmlns:a16="http://schemas.microsoft.com/office/drawing/2014/main" id="{27FD0F4F-8050-5293-8572-175276FDEE50}"/>
              </a:ext>
            </a:extLst>
          </p:cNvPr>
          <p:cNvPicPr>
            <a:picLocks noChangeAspect="1"/>
          </p:cNvPicPr>
          <p:nvPr/>
        </p:nvPicPr>
        <p:blipFill>
          <a:blip r:embed="rId6"/>
          <a:stretch>
            <a:fillRect/>
          </a:stretch>
        </p:blipFill>
        <p:spPr>
          <a:xfrm>
            <a:off x="5512149" y="1705076"/>
            <a:ext cx="292608" cy="256032"/>
          </a:xfrm>
          <a:prstGeom prst="rect">
            <a:avLst/>
          </a:prstGeom>
        </p:spPr>
      </p:pic>
      <p:pic>
        <p:nvPicPr>
          <p:cNvPr id="39" name="Image 3" descr="preencoded.png">
            <a:extLst>
              <a:ext uri="{FF2B5EF4-FFF2-40B4-BE49-F238E27FC236}">
                <a16:creationId xmlns:a16="http://schemas.microsoft.com/office/drawing/2014/main" id="{122780C0-7F64-4929-889F-A7FB70A26E87}"/>
              </a:ext>
            </a:extLst>
          </p:cNvPr>
          <p:cNvPicPr>
            <a:picLocks noChangeAspect="1"/>
          </p:cNvPicPr>
          <p:nvPr/>
        </p:nvPicPr>
        <p:blipFill>
          <a:blip r:embed="rId6"/>
          <a:stretch>
            <a:fillRect/>
          </a:stretch>
        </p:blipFill>
        <p:spPr>
          <a:xfrm>
            <a:off x="7751871" y="1691640"/>
            <a:ext cx="292608" cy="256032"/>
          </a:xfrm>
          <a:prstGeom prst="rect">
            <a:avLst/>
          </a:prstGeom>
        </p:spPr>
      </p:pic>
      <p:pic>
        <p:nvPicPr>
          <p:cNvPr id="40" name="Image 3" descr="preencoded.png">
            <a:extLst>
              <a:ext uri="{FF2B5EF4-FFF2-40B4-BE49-F238E27FC236}">
                <a16:creationId xmlns:a16="http://schemas.microsoft.com/office/drawing/2014/main" id="{038D18C9-C621-2F58-5122-88CF6C7CD7F2}"/>
              </a:ext>
            </a:extLst>
          </p:cNvPr>
          <p:cNvPicPr>
            <a:picLocks noChangeAspect="1"/>
          </p:cNvPicPr>
          <p:nvPr/>
        </p:nvPicPr>
        <p:blipFill>
          <a:blip r:embed="rId6"/>
          <a:stretch>
            <a:fillRect/>
          </a:stretch>
        </p:blipFill>
        <p:spPr>
          <a:xfrm>
            <a:off x="1022261" y="1655064"/>
            <a:ext cx="292608" cy="256032"/>
          </a:xfrm>
          <a:prstGeom prst="rect">
            <a:avLst/>
          </a:prstGeom>
        </p:spPr>
      </p:pic>
      <p:sp>
        <p:nvSpPr>
          <p:cNvPr id="19" name="Text 2">
            <a:extLst>
              <a:ext uri="{FF2B5EF4-FFF2-40B4-BE49-F238E27FC236}">
                <a16:creationId xmlns:a16="http://schemas.microsoft.com/office/drawing/2014/main" id="{416C7104-3FAF-D786-AFB5-81D31649A308}"/>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Phases in traditional SDLC*</a:t>
            </a:r>
            <a:endParaRPr lang="en-US" sz="36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8916-A9C5-92E5-EF4A-8451F35241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19D9083-20F1-180F-671F-C498B2C1A5E4}"/>
              </a:ext>
            </a:extLst>
          </p:cNvPr>
          <p:cNvPicPr>
            <a:picLocks noChangeAspect="1"/>
          </p:cNvPicPr>
          <p:nvPr/>
        </p:nvPicPr>
        <p:blipFill>
          <a:blip r:embed="rId3"/>
          <a:stretch>
            <a:fillRect/>
          </a:stretch>
        </p:blipFill>
        <p:spPr>
          <a:xfrm>
            <a:off x="161244" y="707239"/>
            <a:ext cx="1577477" cy="4237087"/>
          </a:xfrm>
          <a:prstGeom prst="rect">
            <a:avLst/>
          </a:prstGeom>
        </p:spPr>
      </p:pic>
      <p:sp>
        <p:nvSpPr>
          <p:cNvPr id="2" name="Shape 0">
            <a:extLst>
              <a:ext uri="{FF2B5EF4-FFF2-40B4-BE49-F238E27FC236}">
                <a16:creationId xmlns:a16="http://schemas.microsoft.com/office/drawing/2014/main" id="{00AD64AA-D3B9-0AA6-A767-D5F9A61BB8C6}"/>
              </a:ext>
            </a:extLst>
          </p:cNvPr>
          <p:cNvSpPr/>
          <p:nvPr/>
        </p:nvSpPr>
        <p:spPr>
          <a:xfrm>
            <a:off x="0" y="0"/>
            <a:ext cx="9144000" cy="64008"/>
          </a:xfrm>
          <a:prstGeom prst="rect">
            <a:avLst/>
          </a:prstGeom>
          <a:solidFill>
            <a:srgbClr val="00A4BD"/>
          </a:solidFill>
          <a:ln/>
        </p:spPr>
        <p:txBody>
          <a:bodyPr/>
          <a:lstStyle/>
          <a:p>
            <a:endParaRPr lang="en-US"/>
          </a:p>
        </p:txBody>
      </p:sp>
      <p:sp>
        <p:nvSpPr>
          <p:cNvPr id="11" name="Right Brace 10">
            <a:extLst>
              <a:ext uri="{FF2B5EF4-FFF2-40B4-BE49-F238E27FC236}">
                <a16:creationId xmlns:a16="http://schemas.microsoft.com/office/drawing/2014/main" id="{05A73331-23A1-3E7D-CF83-6F0BF7EA4F9D}"/>
              </a:ext>
            </a:extLst>
          </p:cNvPr>
          <p:cNvSpPr/>
          <p:nvPr/>
        </p:nvSpPr>
        <p:spPr>
          <a:xfrm>
            <a:off x="1644022" y="1317274"/>
            <a:ext cx="357497" cy="1055084"/>
          </a:xfrm>
          <a:prstGeom prst="righ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9" name="Rectangle 18">
            <a:extLst>
              <a:ext uri="{FF2B5EF4-FFF2-40B4-BE49-F238E27FC236}">
                <a16:creationId xmlns:a16="http://schemas.microsoft.com/office/drawing/2014/main" id="{92E017D4-D759-32AE-414C-078B112558EB}"/>
              </a:ext>
            </a:extLst>
          </p:cNvPr>
          <p:cNvSpPr/>
          <p:nvPr/>
        </p:nvSpPr>
        <p:spPr>
          <a:xfrm>
            <a:off x="2114368" y="1430438"/>
            <a:ext cx="5985933" cy="77437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Skills are invoked to improve its performance in </a:t>
            </a:r>
            <a:r>
              <a:rPr lang="en-US" sz="1400" b="1" dirty="0">
                <a:solidFill>
                  <a:schemeClr val="tx1"/>
                </a:solidFill>
              </a:rPr>
              <a:t>specialized</a:t>
            </a:r>
            <a:r>
              <a:rPr lang="en-US" sz="1400" dirty="0">
                <a:solidFill>
                  <a:schemeClr val="tx1"/>
                </a:solidFill>
              </a:rPr>
              <a:t> tasks (ex: design an interface for a module). It can spawn sub-agents.</a:t>
            </a:r>
          </a:p>
          <a:p>
            <a:r>
              <a:rPr lang="en-US" sz="1400" dirty="0">
                <a:solidFill>
                  <a:schemeClr val="tx1"/>
                </a:solidFill>
              </a:rPr>
              <a:t>Great source: </a:t>
            </a:r>
            <a:r>
              <a:rPr lang="en-US" sz="1400" dirty="0">
                <a:solidFill>
                  <a:schemeClr val="tx1"/>
                </a:solidFill>
                <a:hlinkClick r:id="rId4"/>
              </a:rPr>
              <a:t>https://github.com/mattpocock/skills</a:t>
            </a:r>
            <a:r>
              <a:rPr lang="en-US" sz="1400" dirty="0">
                <a:solidFill>
                  <a:schemeClr val="tx1"/>
                </a:solidFill>
              </a:rPr>
              <a:t> </a:t>
            </a:r>
          </a:p>
        </p:txBody>
      </p:sp>
      <p:cxnSp>
        <p:nvCxnSpPr>
          <p:cNvPr id="21" name="Straight Arrow Connector 20">
            <a:extLst>
              <a:ext uri="{FF2B5EF4-FFF2-40B4-BE49-F238E27FC236}">
                <a16:creationId xmlns:a16="http://schemas.microsoft.com/office/drawing/2014/main" id="{B23216E8-E814-F362-0FF8-FCBB03DAC5FB}"/>
              </a:ext>
            </a:extLst>
          </p:cNvPr>
          <p:cNvCxnSpPr>
            <a:cxnSpLocks/>
            <a:endCxn id="23" idx="1"/>
          </p:cNvCxnSpPr>
          <p:nvPr/>
        </p:nvCxnSpPr>
        <p:spPr>
          <a:xfrm flipV="1">
            <a:off x="1290099" y="3847422"/>
            <a:ext cx="711420" cy="272699"/>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3" name="Rectangle 22">
            <a:extLst>
              <a:ext uri="{FF2B5EF4-FFF2-40B4-BE49-F238E27FC236}">
                <a16:creationId xmlns:a16="http://schemas.microsoft.com/office/drawing/2014/main" id="{05AF2A7C-EB5C-0057-0E07-BD1F3C357057}"/>
              </a:ext>
            </a:extLst>
          </p:cNvPr>
          <p:cNvSpPr/>
          <p:nvPr/>
        </p:nvSpPr>
        <p:spPr>
          <a:xfrm>
            <a:off x="2001519" y="3460236"/>
            <a:ext cx="6865101" cy="77437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Essential context that we want the agent to always have. According to this </a:t>
            </a:r>
            <a:r>
              <a:rPr lang="en-US" sz="1400" dirty="0">
                <a:solidFill>
                  <a:schemeClr val="tx1"/>
                </a:solidFill>
                <a:hlinkClick r:id="rId5"/>
              </a:rPr>
              <a:t>paper</a:t>
            </a:r>
            <a:r>
              <a:rPr lang="en-US" sz="1400" dirty="0">
                <a:solidFill>
                  <a:schemeClr val="tx1"/>
                </a:solidFill>
              </a:rPr>
              <a:t>, LLM-generated repository context files </a:t>
            </a:r>
            <a:r>
              <a:rPr lang="en-US" sz="1400" b="1" dirty="0">
                <a:solidFill>
                  <a:schemeClr val="tx1"/>
                </a:solidFill>
              </a:rPr>
              <a:t>reduce</a:t>
            </a:r>
            <a:r>
              <a:rPr lang="en-US" sz="1400" dirty="0">
                <a:solidFill>
                  <a:schemeClr val="tx1"/>
                </a:solidFill>
              </a:rPr>
              <a:t> task success rates, while also </a:t>
            </a:r>
            <a:r>
              <a:rPr lang="en-US" sz="1400" b="1" dirty="0">
                <a:solidFill>
                  <a:schemeClr val="tx1"/>
                </a:solidFill>
              </a:rPr>
              <a:t>increasing</a:t>
            </a:r>
            <a:r>
              <a:rPr lang="en-US" sz="1400" dirty="0">
                <a:solidFill>
                  <a:schemeClr val="tx1"/>
                </a:solidFill>
              </a:rPr>
              <a:t> </a:t>
            </a:r>
            <a:r>
              <a:rPr lang="en-US" sz="1400" b="1" dirty="0">
                <a:solidFill>
                  <a:schemeClr val="tx1"/>
                </a:solidFill>
              </a:rPr>
              <a:t>inference</a:t>
            </a:r>
            <a:r>
              <a:rPr lang="en-US" sz="1400" dirty="0">
                <a:solidFill>
                  <a:schemeClr val="tx1"/>
                </a:solidFill>
              </a:rPr>
              <a:t> </a:t>
            </a:r>
            <a:r>
              <a:rPr lang="en-US" sz="1400" b="1" dirty="0">
                <a:solidFill>
                  <a:schemeClr val="tx1"/>
                </a:solidFill>
              </a:rPr>
              <a:t>costs</a:t>
            </a:r>
            <a:r>
              <a:rPr lang="en-US" sz="1400" dirty="0">
                <a:solidFill>
                  <a:schemeClr val="tx1"/>
                </a:solidFill>
              </a:rPr>
              <a:t> in 20%. Prefer human-written and verified content and add elements as needed.  </a:t>
            </a:r>
            <a:endParaRPr lang="en-US" sz="1600" dirty="0">
              <a:solidFill>
                <a:schemeClr val="tx1"/>
              </a:solidFill>
            </a:endParaRPr>
          </a:p>
        </p:txBody>
      </p:sp>
      <p:pic>
        <p:nvPicPr>
          <p:cNvPr id="25" name="Picture 24">
            <a:extLst>
              <a:ext uri="{FF2B5EF4-FFF2-40B4-BE49-F238E27FC236}">
                <a16:creationId xmlns:a16="http://schemas.microsoft.com/office/drawing/2014/main" id="{4081EF8F-0BF3-0218-851B-726E0FC0B124}"/>
              </a:ext>
            </a:extLst>
          </p:cNvPr>
          <p:cNvPicPr>
            <a:picLocks noChangeAspect="1"/>
          </p:cNvPicPr>
          <p:nvPr/>
        </p:nvPicPr>
        <p:blipFill>
          <a:blip r:embed="rId6"/>
          <a:stretch>
            <a:fillRect/>
          </a:stretch>
        </p:blipFill>
        <p:spPr>
          <a:xfrm>
            <a:off x="5303365" y="2751435"/>
            <a:ext cx="3563255" cy="6338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 28">
            <a:extLst>
              <a:ext uri="{FF2B5EF4-FFF2-40B4-BE49-F238E27FC236}">
                <a16:creationId xmlns:a16="http://schemas.microsoft.com/office/drawing/2014/main" id="{AE91E6E3-C1A4-F72A-AD07-57958FAE0745}"/>
              </a:ext>
            </a:extLst>
          </p:cNvPr>
          <p:cNvSpPr/>
          <p:nvPr/>
        </p:nvSpPr>
        <p:spPr>
          <a:xfrm>
            <a:off x="199597" y="4943408"/>
            <a:ext cx="8104411" cy="181693"/>
          </a:xfrm>
          <a:prstGeom prst="rect">
            <a:avLst/>
          </a:prstGeom>
          <a:noFill/>
          <a:ln/>
        </p:spPr>
        <p:txBody>
          <a:bodyPr wrap="square" lIns="0" tIns="0" rIns="0" bIns="0" rtlCol="0" anchor="ctr"/>
          <a:lstStyle/>
          <a:p>
            <a:r>
              <a:rPr lang="en-US" sz="800" dirty="0"/>
              <a:t>1) Instructions over ~1k lines can lead to inconsistent behavior -&gt; </a:t>
            </a:r>
            <a:r>
              <a:rPr lang="en-US" sz="800" dirty="0">
                <a:hlinkClick r:id="rId7"/>
              </a:rPr>
              <a:t>Unlocking the full power of Copilot code review: Master your instructions files - The GitHub Blog</a:t>
            </a:r>
            <a:endParaRPr lang="en-US" sz="800" dirty="0"/>
          </a:p>
        </p:txBody>
      </p:sp>
      <p:sp>
        <p:nvSpPr>
          <p:cNvPr id="6" name="Text 2">
            <a:extLst>
              <a:ext uri="{FF2B5EF4-FFF2-40B4-BE49-F238E27FC236}">
                <a16:creationId xmlns:a16="http://schemas.microsoft.com/office/drawing/2014/main" id="{3A1E938F-AC0F-2771-41E6-99760AA0D7C1}"/>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Setting up Claude</a:t>
            </a:r>
            <a:endParaRPr lang="en-US" sz="3600" b="1" dirty="0"/>
          </a:p>
        </p:txBody>
      </p:sp>
      <p:cxnSp>
        <p:nvCxnSpPr>
          <p:cNvPr id="9" name="Straight Arrow Connector 8">
            <a:extLst>
              <a:ext uri="{FF2B5EF4-FFF2-40B4-BE49-F238E27FC236}">
                <a16:creationId xmlns:a16="http://schemas.microsoft.com/office/drawing/2014/main" id="{6EBB1850-4792-C7B0-B3D6-4BE405E9ED0C}"/>
              </a:ext>
            </a:extLst>
          </p:cNvPr>
          <p:cNvCxnSpPr>
            <a:cxnSpLocks/>
            <a:endCxn id="16" idx="1"/>
          </p:cNvCxnSpPr>
          <p:nvPr/>
        </p:nvCxnSpPr>
        <p:spPr>
          <a:xfrm flipV="1">
            <a:off x="1644022" y="1048589"/>
            <a:ext cx="386114" cy="13756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6" name="Rectangle 15">
            <a:extLst>
              <a:ext uri="{FF2B5EF4-FFF2-40B4-BE49-F238E27FC236}">
                <a16:creationId xmlns:a16="http://schemas.microsoft.com/office/drawing/2014/main" id="{A9D0E427-84B2-A6D2-ACB4-BBEF1DE1DC9F}"/>
              </a:ext>
            </a:extLst>
          </p:cNvPr>
          <p:cNvSpPr/>
          <p:nvPr/>
        </p:nvSpPr>
        <p:spPr>
          <a:xfrm>
            <a:off x="2030136" y="876402"/>
            <a:ext cx="7029974" cy="34437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Deterministic instructions to be used on specific events. Out of the scope of this presentation.</a:t>
            </a:r>
          </a:p>
        </p:txBody>
      </p:sp>
      <p:pic>
        <p:nvPicPr>
          <p:cNvPr id="20" name="Graphic 19" descr="Information with solid fill">
            <a:extLst>
              <a:ext uri="{FF2B5EF4-FFF2-40B4-BE49-F238E27FC236}">
                <a16:creationId xmlns:a16="http://schemas.microsoft.com/office/drawing/2014/main" id="{0B19E61E-4736-F98C-23A5-5E242F7124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06282" y="4218929"/>
            <a:ext cx="740158" cy="740158"/>
          </a:xfrm>
          <a:prstGeom prst="rect">
            <a:avLst/>
          </a:prstGeom>
        </p:spPr>
      </p:pic>
      <p:sp>
        <p:nvSpPr>
          <p:cNvPr id="24" name="Speech Bubble: Rectangle 23">
            <a:extLst>
              <a:ext uri="{FF2B5EF4-FFF2-40B4-BE49-F238E27FC236}">
                <a16:creationId xmlns:a16="http://schemas.microsoft.com/office/drawing/2014/main" id="{78B9C925-4A56-F861-AAB4-D0519B34B33A}"/>
              </a:ext>
            </a:extLst>
          </p:cNvPr>
          <p:cNvSpPr/>
          <p:nvPr/>
        </p:nvSpPr>
        <p:spPr>
          <a:xfrm>
            <a:off x="4865616" y="4199579"/>
            <a:ext cx="4119764" cy="690502"/>
          </a:xfrm>
          <a:prstGeom prst="wedgeRectCallout">
            <a:avLst>
              <a:gd name="adj1" fmla="val -27653"/>
              <a:gd name="adj2" fmla="val -171234"/>
            </a:avLst>
          </a:prstGeom>
          <a:solidFill>
            <a:schemeClr val="accent4">
              <a:lumMod val="20000"/>
              <a:lumOff val="80000"/>
            </a:schemeClr>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Prefer scientific evidence over anecdotes. There are a lot of ‘gurus’ out there.</a:t>
            </a:r>
          </a:p>
        </p:txBody>
      </p:sp>
    </p:spTree>
    <p:extLst>
      <p:ext uri="{BB962C8B-B14F-4D97-AF65-F5344CB8AC3E}">
        <p14:creationId xmlns:p14="http://schemas.microsoft.com/office/powerpoint/2010/main" val="246866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P spid="23" grpId="0" animBg="1"/>
      <p:bldP spid="16"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115B-CD6D-7086-FC19-904A812C8A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C8290A-19FF-9331-A013-4CD006B1CA5F}"/>
              </a:ext>
            </a:extLst>
          </p:cNvPr>
          <p:cNvSpPr/>
          <p:nvPr/>
        </p:nvSpPr>
        <p:spPr>
          <a:xfrm>
            <a:off x="0" y="0"/>
            <a:ext cx="9144000" cy="64008"/>
          </a:xfrm>
          <a:prstGeom prst="rect">
            <a:avLst/>
          </a:prstGeom>
          <a:solidFill>
            <a:srgbClr val="00A4BD"/>
          </a:solidFill>
          <a:ln/>
        </p:spPr>
        <p:txBody>
          <a:bodyPr/>
          <a:lstStyle/>
          <a:p>
            <a:endParaRPr lang="en-US"/>
          </a:p>
        </p:txBody>
      </p:sp>
      <p:sp>
        <p:nvSpPr>
          <p:cNvPr id="6" name="Text 2">
            <a:extLst>
              <a:ext uri="{FF2B5EF4-FFF2-40B4-BE49-F238E27FC236}">
                <a16:creationId xmlns:a16="http://schemas.microsoft.com/office/drawing/2014/main" id="{8C3441E4-3201-E0EC-F9A1-B5ED9BA14F85}"/>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Other settings…</a:t>
            </a:r>
            <a:endParaRPr lang="en-US" sz="3600" b="1" dirty="0"/>
          </a:p>
        </p:txBody>
      </p:sp>
      <p:sp>
        <p:nvSpPr>
          <p:cNvPr id="5" name="Text 18">
            <a:extLst>
              <a:ext uri="{FF2B5EF4-FFF2-40B4-BE49-F238E27FC236}">
                <a16:creationId xmlns:a16="http://schemas.microsoft.com/office/drawing/2014/main" id="{1B8BBCAD-5436-EB8B-9299-C9088180F4D0}"/>
              </a:ext>
            </a:extLst>
          </p:cNvPr>
          <p:cNvSpPr/>
          <p:nvPr/>
        </p:nvSpPr>
        <p:spPr>
          <a:xfrm>
            <a:off x="457200" y="1250321"/>
            <a:ext cx="8305800" cy="3548182"/>
          </a:xfrm>
          <a:prstGeom prst="rect">
            <a:avLst/>
          </a:prstGeom>
          <a:noFill/>
          <a:ln/>
        </p:spPr>
        <p:txBody>
          <a:bodyPr wrap="square" lIns="0" tIns="0" rIns="0" bIns="0" rtlCol="0" anchor="t"/>
          <a:lstStyle/>
          <a:p>
            <a:pPr marL="171450" indent="-171450">
              <a:buFont typeface="Arial" panose="020B0604020202020204" pitchFamily="34" charset="0"/>
              <a:buChar char="•"/>
            </a:pPr>
            <a:r>
              <a:rPr lang="en-US" dirty="0"/>
              <a:t>Provide authentication to your GitHub account so the agent can read your repository on the web.</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Make sure your CLI can run build/test commands on your terminal (on this repo: `</a:t>
            </a:r>
            <a:r>
              <a:rPr lang="en-US" dirty="0" err="1"/>
              <a:t>pytest</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Connect to GitHub CLI so the agent can create PRs automatically.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Allow Claude access to tackle GitHub issues by invoking @claude.</a:t>
            </a:r>
          </a:p>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3845298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C30D5-AE4C-A923-3E0A-ECDDEE67DD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E827A4-052A-2E94-A71D-E927F5AFF33C}"/>
              </a:ext>
            </a:extLst>
          </p:cNvPr>
          <p:cNvSpPr/>
          <p:nvPr/>
        </p:nvSpPr>
        <p:spPr>
          <a:xfrm>
            <a:off x="0" y="0"/>
            <a:ext cx="9144000" cy="64008"/>
          </a:xfrm>
          <a:prstGeom prst="rect">
            <a:avLst/>
          </a:prstGeom>
          <a:solidFill>
            <a:srgbClr val="00A4BD"/>
          </a:solidFill>
          <a:ln/>
        </p:spPr>
        <p:txBody>
          <a:bodyPr/>
          <a:lstStyle/>
          <a:p>
            <a:endParaRPr lang="en-US"/>
          </a:p>
        </p:txBody>
      </p:sp>
      <p:sp>
        <p:nvSpPr>
          <p:cNvPr id="8" name="Shape 6">
            <a:extLst>
              <a:ext uri="{FF2B5EF4-FFF2-40B4-BE49-F238E27FC236}">
                <a16:creationId xmlns:a16="http://schemas.microsoft.com/office/drawing/2014/main" id="{FB093ECC-A2CA-906B-0C47-A59A7A3269DF}"/>
              </a:ext>
            </a:extLst>
          </p:cNvPr>
          <p:cNvSpPr/>
          <p:nvPr/>
        </p:nvSpPr>
        <p:spPr>
          <a:xfrm>
            <a:off x="1441095" y="1046071"/>
            <a:ext cx="2487168" cy="347472"/>
          </a:xfrm>
          <a:prstGeom prst="rect">
            <a:avLst/>
          </a:prstGeom>
          <a:solidFill>
            <a:srgbClr val="F5820A"/>
          </a:solidFill>
          <a:ln/>
        </p:spPr>
        <p:txBody>
          <a:bodyPr anchor="ctr"/>
          <a:lstStyle/>
          <a:p>
            <a:pPr algn="ctr"/>
            <a:r>
              <a:rPr lang="en-US" sz="1200" b="1" dirty="0">
                <a:solidFill>
                  <a:schemeClr val="bg1"/>
                </a:solidFill>
              </a:rPr>
              <a:t>Spec definition</a:t>
            </a:r>
          </a:p>
        </p:txBody>
      </p:sp>
      <p:sp>
        <p:nvSpPr>
          <p:cNvPr id="10" name="Shape 8">
            <a:extLst>
              <a:ext uri="{FF2B5EF4-FFF2-40B4-BE49-F238E27FC236}">
                <a16:creationId xmlns:a16="http://schemas.microsoft.com/office/drawing/2014/main" id="{1FFA7CB3-4AD4-CCB5-DAA9-F6B1F4109CBB}"/>
              </a:ext>
            </a:extLst>
          </p:cNvPr>
          <p:cNvSpPr/>
          <p:nvPr/>
        </p:nvSpPr>
        <p:spPr>
          <a:xfrm>
            <a:off x="4019703" y="1046071"/>
            <a:ext cx="2487168" cy="347472"/>
          </a:xfrm>
          <a:prstGeom prst="rect">
            <a:avLst/>
          </a:prstGeom>
          <a:solidFill>
            <a:srgbClr val="00A4BD"/>
          </a:solidFill>
          <a:ln/>
        </p:spPr>
        <p:txBody>
          <a:bodyPr anchor="ctr"/>
          <a:lstStyle/>
          <a:p>
            <a:pPr algn="ctr"/>
            <a:r>
              <a:rPr lang="en-US" sz="1200" b="1" dirty="0">
                <a:solidFill>
                  <a:schemeClr val="bg1"/>
                </a:solidFill>
              </a:rPr>
              <a:t>Coding</a:t>
            </a:r>
          </a:p>
        </p:txBody>
      </p:sp>
      <p:sp>
        <p:nvSpPr>
          <p:cNvPr id="12" name="Shape 10">
            <a:extLst>
              <a:ext uri="{FF2B5EF4-FFF2-40B4-BE49-F238E27FC236}">
                <a16:creationId xmlns:a16="http://schemas.microsoft.com/office/drawing/2014/main" id="{E3876F2F-DFBE-795E-D6D2-22DDCBD4F668}"/>
              </a:ext>
            </a:extLst>
          </p:cNvPr>
          <p:cNvSpPr/>
          <p:nvPr/>
        </p:nvSpPr>
        <p:spPr>
          <a:xfrm>
            <a:off x="6598311" y="1046071"/>
            <a:ext cx="2487168" cy="347472"/>
          </a:xfrm>
          <a:prstGeom prst="rect">
            <a:avLst/>
          </a:prstGeom>
          <a:solidFill>
            <a:srgbClr val="1A3A7A"/>
          </a:solidFill>
          <a:ln/>
        </p:spPr>
        <p:txBody>
          <a:bodyPr anchor="ctr"/>
          <a:lstStyle/>
          <a:p>
            <a:pPr algn="ctr"/>
            <a:r>
              <a:rPr lang="en-US" sz="1200" b="1" dirty="0">
                <a:solidFill>
                  <a:schemeClr val="bg1"/>
                </a:solidFill>
              </a:rPr>
              <a:t>Team review</a:t>
            </a:r>
          </a:p>
        </p:txBody>
      </p:sp>
      <p:sp>
        <p:nvSpPr>
          <p:cNvPr id="14" name="Shape 12">
            <a:extLst>
              <a:ext uri="{FF2B5EF4-FFF2-40B4-BE49-F238E27FC236}">
                <a16:creationId xmlns:a16="http://schemas.microsoft.com/office/drawing/2014/main" id="{2D76082E-5E09-FB53-F91C-30EC2BB8DD6F}"/>
              </a:ext>
            </a:extLst>
          </p:cNvPr>
          <p:cNvSpPr/>
          <p:nvPr/>
        </p:nvSpPr>
        <p:spPr>
          <a:xfrm>
            <a:off x="87783" y="1448409"/>
            <a:ext cx="1261872" cy="1612087"/>
          </a:xfrm>
          <a:prstGeom prst="rect">
            <a:avLst/>
          </a:prstGeom>
          <a:solidFill>
            <a:srgbClr val="FFFFFF"/>
          </a:solidFill>
          <a:ln w="25400">
            <a:solidFill>
              <a:schemeClr val="bg1">
                <a:lumMod val="65000"/>
              </a:schemeClr>
            </a:solidFill>
            <a:prstDash val="solid"/>
          </a:ln>
        </p:spPr>
        <p:txBody>
          <a:bodyPr/>
          <a:lstStyle/>
          <a:p>
            <a:endParaRPr lang="en-US"/>
          </a:p>
        </p:txBody>
      </p:sp>
      <p:sp>
        <p:nvSpPr>
          <p:cNvPr id="15" name="Shape 13">
            <a:extLst>
              <a:ext uri="{FF2B5EF4-FFF2-40B4-BE49-F238E27FC236}">
                <a16:creationId xmlns:a16="http://schemas.microsoft.com/office/drawing/2014/main" id="{3AAB3F4E-A0D8-6837-FCBB-0E39D3D964EE}"/>
              </a:ext>
            </a:extLst>
          </p:cNvPr>
          <p:cNvSpPr/>
          <p:nvPr/>
        </p:nvSpPr>
        <p:spPr>
          <a:xfrm>
            <a:off x="444399" y="1631289"/>
            <a:ext cx="548640" cy="548640"/>
          </a:xfrm>
          <a:prstGeom prst="ellipse">
            <a:avLst/>
          </a:prstGeom>
          <a:solidFill>
            <a:schemeClr val="bg1">
              <a:lumMod val="85000"/>
            </a:schemeClr>
          </a:solidFill>
          <a:ln/>
        </p:spPr>
        <p:txBody>
          <a:bodyPr/>
          <a:lstStyle/>
          <a:p>
            <a:endParaRPr lang="en-US"/>
          </a:p>
        </p:txBody>
      </p:sp>
      <p:pic>
        <p:nvPicPr>
          <p:cNvPr id="16" name="Image 0" descr="preencoded.png">
            <a:extLst>
              <a:ext uri="{FF2B5EF4-FFF2-40B4-BE49-F238E27FC236}">
                <a16:creationId xmlns:a16="http://schemas.microsoft.com/office/drawing/2014/main" id="{2CDBD6A2-7C11-B115-D5F8-D49891D714F8}"/>
              </a:ext>
            </a:extLst>
          </p:cNvPr>
          <p:cNvPicPr>
            <a:picLocks noChangeAspect="1"/>
          </p:cNvPicPr>
          <p:nvPr/>
        </p:nvPicPr>
        <p:blipFill>
          <a:blip r:embed="rId3"/>
          <a:stretch>
            <a:fillRect/>
          </a:stretch>
        </p:blipFill>
        <p:spPr>
          <a:xfrm>
            <a:off x="517551" y="1704441"/>
            <a:ext cx="402336" cy="402336"/>
          </a:xfrm>
          <a:prstGeom prst="rect">
            <a:avLst/>
          </a:prstGeom>
        </p:spPr>
      </p:pic>
      <p:sp>
        <p:nvSpPr>
          <p:cNvPr id="17" name="Text 14">
            <a:extLst>
              <a:ext uri="{FF2B5EF4-FFF2-40B4-BE49-F238E27FC236}">
                <a16:creationId xmlns:a16="http://schemas.microsoft.com/office/drawing/2014/main" id="{0D2CABBC-0C55-E82D-97E9-2E19E3B3D42B}"/>
              </a:ext>
            </a:extLst>
          </p:cNvPr>
          <p:cNvSpPr/>
          <p:nvPr/>
        </p:nvSpPr>
        <p:spPr>
          <a:xfrm>
            <a:off x="160935" y="2271369"/>
            <a:ext cx="1115568" cy="822960"/>
          </a:xfrm>
          <a:prstGeom prst="rect">
            <a:avLst/>
          </a:prstGeom>
          <a:noFill/>
          <a:ln/>
        </p:spPr>
        <p:txBody>
          <a:bodyPr wrap="square" lIns="0" tIns="0" rIns="0" bIns="0" rtlCol="0" anchor="ctr"/>
          <a:lstStyle/>
          <a:p>
            <a:pPr marL="0" indent="0" algn="ctr">
              <a:buNone/>
            </a:pPr>
            <a:r>
              <a:rPr lang="en-US" sz="1000" b="1" dirty="0">
                <a:solidFill>
                  <a:srgbClr val="0D1B3E"/>
                </a:solidFill>
              </a:rPr>
              <a:t>Self-coding</a:t>
            </a:r>
          </a:p>
          <a:p>
            <a:pPr marL="0" indent="0" algn="ctr">
              <a:buNone/>
            </a:pPr>
            <a:r>
              <a:rPr lang="en-US" sz="1000" b="1" dirty="0">
                <a:solidFill>
                  <a:srgbClr val="0D1B3E"/>
                </a:solidFill>
              </a:rPr>
              <a:t>approach</a:t>
            </a:r>
            <a:endParaRPr lang="en-US" sz="1000" dirty="0"/>
          </a:p>
        </p:txBody>
      </p:sp>
      <p:sp>
        <p:nvSpPr>
          <p:cNvPr id="18" name="Shape 15">
            <a:extLst>
              <a:ext uri="{FF2B5EF4-FFF2-40B4-BE49-F238E27FC236}">
                <a16:creationId xmlns:a16="http://schemas.microsoft.com/office/drawing/2014/main" id="{B23FD01B-0F11-5C96-F4D5-0BA6094E9D14}"/>
              </a:ext>
            </a:extLst>
          </p:cNvPr>
          <p:cNvSpPr/>
          <p:nvPr/>
        </p:nvSpPr>
        <p:spPr>
          <a:xfrm>
            <a:off x="1441095"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19" name="Shape 16">
            <a:extLst>
              <a:ext uri="{FF2B5EF4-FFF2-40B4-BE49-F238E27FC236}">
                <a16:creationId xmlns:a16="http://schemas.microsoft.com/office/drawing/2014/main" id="{FAF9A47A-944E-2AEC-4D24-2069C2ABEB28}"/>
              </a:ext>
            </a:extLst>
          </p:cNvPr>
          <p:cNvSpPr/>
          <p:nvPr/>
        </p:nvSpPr>
        <p:spPr>
          <a:xfrm>
            <a:off x="1441095" y="1448409"/>
            <a:ext cx="2487168" cy="36576"/>
          </a:xfrm>
          <a:prstGeom prst="rect">
            <a:avLst/>
          </a:prstGeom>
          <a:solidFill>
            <a:srgbClr val="F5820A"/>
          </a:solidFill>
          <a:ln/>
        </p:spPr>
        <p:txBody>
          <a:bodyPr/>
          <a:lstStyle/>
          <a:p>
            <a:endParaRPr lang="en-US"/>
          </a:p>
        </p:txBody>
      </p:sp>
      <p:sp>
        <p:nvSpPr>
          <p:cNvPr id="20" name="Shape 17">
            <a:extLst>
              <a:ext uri="{FF2B5EF4-FFF2-40B4-BE49-F238E27FC236}">
                <a16:creationId xmlns:a16="http://schemas.microsoft.com/office/drawing/2014/main" id="{8C4DA91A-19A2-45D2-A3C3-9354A3D34AD9}"/>
              </a:ext>
            </a:extLst>
          </p:cNvPr>
          <p:cNvSpPr/>
          <p:nvPr/>
        </p:nvSpPr>
        <p:spPr>
          <a:xfrm>
            <a:off x="1569111" y="1539849"/>
            <a:ext cx="2231136" cy="347472"/>
          </a:xfrm>
          <a:prstGeom prst="rect">
            <a:avLst/>
          </a:prstGeom>
          <a:solidFill>
            <a:srgbClr val="F5820A">
              <a:alpha val="15000"/>
            </a:srgbClr>
          </a:solidFill>
          <a:ln w="12700">
            <a:solidFill>
              <a:srgbClr val="F5820A"/>
            </a:solidFill>
            <a:prstDash val="solid"/>
          </a:ln>
        </p:spPr>
        <p:txBody>
          <a:bodyPr/>
          <a:lstStyle/>
          <a:p>
            <a:endParaRPr lang="en-US"/>
          </a:p>
        </p:txBody>
      </p:sp>
      <p:sp>
        <p:nvSpPr>
          <p:cNvPr id="21" name="Text 18">
            <a:extLst>
              <a:ext uri="{FF2B5EF4-FFF2-40B4-BE49-F238E27FC236}">
                <a16:creationId xmlns:a16="http://schemas.microsoft.com/office/drawing/2014/main" id="{608850C6-D859-91E6-B486-4521DA4F3944}"/>
              </a:ext>
            </a:extLst>
          </p:cNvPr>
          <p:cNvSpPr/>
          <p:nvPr/>
        </p:nvSpPr>
        <p:spPr>
          <a:xfrm>
            <a:off x="1569111"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&lt; 3 min</a:t>
            </a:r>
            <a:endParaRPr lang="en-US" sz="1100" dirty="0"/>
          </a:p>
        </p:txBody>
      </p:sp>
      <p:sp>
        <p:nvSpPr>
          <p:cNvPr id="23" name="Shape 20">
            <a:extLst>
              <a:ext uri="{FF2B5EF4-FFF2-40B4-BE49-F238E27FC236}">
                <a16:creationId xmlns:a16="http://schemas.microsoft.com/office/drawing/2014/main" id="{2D161414-C9E0-EF22-9307-63156D1AE225}"/>
              </a:ext>
            </a:extLst>
          </p:cNvPr>
          <p:cNvSpPr/>
          <p:nvPr/>
        </p:nvSpPr>
        <p:spPr>
          <a:xfrm>
            <a:off x="4019703"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24" name="Shape 21">
            <a:extLst>
              <a:ext uri="{FF2B5EF4-FFF2-40B4-BE49-F238E27FC236}">
                <a16:creationId xmlns:a16="http://schemas.microsoft.com/office/drawing/2014/main" id="{B0A386ED-5E4D-D603-F5C7-EB8B8465CADE}"/>
              </a:ext>
            </a:extLst>
          </p:cNvPr>
          <p:cNvSpPr/>
          <p:nvPr/>
        </p:nvSpPr>
        <p:spPr>
          <a:xfrm>
            <a:off x="4019703" y="1448409"/>
            <a:ext cx="2487168" cy="36576"/>
          </a:xfrm>
          <a:prstGeom prst="rect">
            <a:avLst/>
          </a:prstGeom>
          <a:solidFill>
            <a:srgbClr val="00A4BD"/>
          </a:solidFill>
          <a:ln/>
        </p:spPr>
        <p:txBody>
          <a:bodyPr/>
          <a:lstStyle/>
          <a:p>
            <a:endParaRPr lang="en-US"/>
          </a:p>
        </p:txBody>
      </p:sp>
      <p:sp>
        <p:nvSpPr>
          <p:cNvPr id="25" name="Shape 22">
            <a:extLst>
              <a:ext uri="{FF2B5EF4-FFF2-40B4-BE49-F238E27FC236}">
                <a16:creationId xmlns:a16="http://schemas.microsoft.com/office/drawing/2014/main" id="{65339EA5-5893-507D-4087-33F4389D68CF}"/>
              </a:ext>
            </a:extLst>
          </p:cNvPr>
          <p:cNvSpPr/>
          <p:nvPr/>
        </p:nvSpPr>
        <p:spPr>
          <a:xfrm>
            <a:off x="4147719" y="1539849"/>
            <a:ext cx="2231136" cy="347472"/>
          </a:xfrm>
          <a:prstGeom prst="rect">
            <a:avLst/>
          </a:prstGeom>
          <a:solidFill>
            <a:srgbClr val="00A4BD">
              <a:alpha val="15000"/>
            </a:srgbClr>
          </a:solidFill>
          <a:ln w="12700">
            <a:solidFill>
              <a:srgbClr val="00A4BD"/>
            </a:solidFill>
            <a:prstDash val="solid"/>
          </a:ln>
        </p:spPr>
        <p:txBody>
          <a:bodyPr/>
          <a:lstStyle/>
          <a:p>
            <a:endParaRPr lang="en-US"/>
          </a:p>
        </p:txBody>
      </p:sp>
      <p:sp>
        <p:nvSpPr>
          <p:cNvPr id="26" name="Text 23">
            <a:extLst>
              <a:ext uri="{FF2B5EF4-FFF2-40B4-BE49-F238E27FC236}">
                <a16:creationId xmlns:a16="http://schemas.microsoft.com/office/drawing/2014/main" id="{A0B8C498-BFC6-B8F2-A24A-4460FD8D13AE}"/>
              </a:ext>
            </a:extLst>
          </p:cNvPr>
          <p:cNvSpPr/>
          <p:nvPr/>
        </p:nvSpPr>
        <p:spPr>
          <a:xfrm>
            <a:off x="4147719"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1–3 days</a:t>
            </a:r>
            <a:endParaRPr lang="en-US" sz="1100" dirty="0"/>
          </a:p>
        </p:txBody>
      </p:sp>
      <p:sp>
        <p:nvSpPr>
          <p:cNvPr id="28" name="Shape 25">
            <a:extLst>
              <a:ext uri="{FF2B5EF4-FFF2-40B4-BE49-F238E27FC236}">
                <a16:creationId xmlns:a16="http://schemas.microsoft.com/office/drawing/2014/main" id="{6816543F-DAB0-5EEB-0F5D-5DBADC4485EF}"/>
              </a:ext>
            </a:extLst>
          </p:cNvPr>
          <p:cNvSpPr/>
          <p:nvPr/>
        </p:nvSpPr>
        <p:spPr>
          <a:xfrm>
            <a:off x="6598311"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29" name="Shape 26">
            <a:extLst>
              <a:ext uri="{FF2B5EF4-FFF2-40B4-BE49-F238E27FC236}">
                <a16:creationId xmlns:a16="http://schemas.microsoft.com/office/drawing/2014/main" id="{999A6B32-FB32-3A40-6229-C9141CE96A2D}"/>
              </a:ext>
            </a:extLst>
          </p:cNvPr>
          <p:cNvSpPr/>
          <p:nvPr/>
        </p:nvSpPr>
        <p:spPr>
          <a:xfrm>
            <a:off x="6598311" y="1448409"/>
            <a:ext cx="2487168" cy="36576"/>
          </a:xfrm>
          <a:prstGeom prst="rect">
            <a:avLst/>
          </a:prstGeom>
          <a:solidFill>
            <a:srgbClr val="1A3A7A"/>
          </a:solidFill>
          <a:ln/>
        </p:spPr>
        <p:txBody>
          <a:bodyPr/>
          <a:lstStyle/>
          <a:p>
            <a:endParaRPr lang="en-US"/>
          </a:p>
        </p:txBody>
      </p:sp>
      <p:sp>
        <p:nvSpPr>
          <p:cNvPr id="30" name="Shape 27">
            <a:extLst>
              <a:ext uri="{FF2B5EF4-FFF2-40B4-BE49-F238E27FC236}">
                <a16:creationId xmlns:a16="http://schemas.microsoft.com/office/drawing/2014/main" id="{02DEC787-0C44-F4A9-548B-FD10EEF4A827}"/>
              </a:ext>
            </a:extLst>
          </p:cNvPr>
          <p:cNvSpPr/>
          <p:nvPr/>
        </p:nvSpPr>
        <p:spPr>
          <a:xfrm>
            <a:off x="6726327" y="1539849"/>
            <a:ext cx="2231136" cy="347472"/>
          </a:xfrm>
          <a:prstGeom prst="rect">
            <a:avLst/>
          </a:prstGeom>
          <a:solidFill>
            <a:srgbClr val="1A3A7A">
              <a:alpha val="15000"/>
            </a:srgbClr>
          </a:solidFill>
          <a:ln w="12700">
            <a:solidFill>
              <a:srgbClr val="1A3A7A"/>
            </a:solidFill>
            <a:prstDash val="solid"/>
          </a:ln>
        </p:spPr>
        <p:txBody>
          <a:bodyPr/>
          <a:lstStyle/>
          <a:p>
            <a:endParaRPr lang="en-US"/>
          </a:p>
        </p:txBody>
      </p:sp>
      <p:sp>
        <p:nvSpPr>
          <p:cNvPr id="31" name="Text 28">
            <a:extLst>
              <a:ext uri="{FF2B5EF4-FFF2-40B4-BE49-F238E27FC236}">
                <a16:creationId xmlns:a16="http://schemas.microsoft.com/office/drawing/2014/main" id="{85CBC118-4517-D2D1-35BF-611D3EBB26A9}"/>
              </a:ext>
            </a:extLst>
          </p:cNvPr>
          <p:cNvSpPr/>
          <p:nvPr/>
        </p:nvSpPr>
        <p:spPr>
          <a:xfrm>
            <a:off x="6726327"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30–120 min</a:t>
            </a:r>
            <a:endParaRPr lang="en-US" sz="1100" dirty="0"/>
          </a:p>
        </p:txBody>
      </p:sp>
      <p:sp>
        <p:nvSpPr>
          <p:cNvPr id="33" name="Shape 30">
            <a:extLst>
              <a:ext uri="{FF2B5EF4-FFF2-40B4-BE49-F238E27FC236}">
                <a16:creationId xmlns:a16="http://schemas.microsoft.com/office/drawing/2014/main" id="{6BC83771-2A2B-6297-F473-EB738805DB4F}"/>
              </a:ext>
            </a:extLst>
          </p:cNvPr>
          <p:cNvSpPr/>
          <p:nvPr/>
        </p:nvSpPr>
        <p:spPr>
          <a:xfrm>
            <a:off x="87783" y="3127248"/>
            <a:ext cx="1261872" cy="1719072"/>
          </a:xfrm>
          <a:prstGeom prst="rect">
            <a:avLst/>
          </a:prstGeom>
          <a:solidFill>
            <a:srgbClr val="FFFFFF"/>
          </a:solidFill>
          <a:ln w="25400">
            <a:solidFill>
              <a:schemeClr val="bg1">
                <a:lumMod val="65000"/>
              </a:schemeClr>
            </a:solidFill>
            <a:prstDash val="solid"/>
          </a:ln>
        </p:spPr>
        <p:txBody>
          <a:bodyPr/>
          <a:lstStyle/>
          <a:p>
            <a:endParaRPr lang="en-US"/>
          </a:p>
        </p:txBody>
      </p:sp>
      <p:sp>
        <p:nvSpPr>
          <p:cNvPr id="34" name="Shape 31">
            <a:extLst>
              <a:ext uri="{FF2B5EF4-FFF2-40B4-BE49-F238E27FC236}">
                <a16:creationId xmlns:a16="http://schemas.microsoft.com/office/drawing/2014/main" id="{C8644874-FCBF-E8D1-6D91-09C19872F65F}"/>
              </a:ext>
            </a:extLst>
          </p:cNvPr>
          <p:cNvSpPr/>
          <p:nvPr/>
        </p:nvSpPr>
        <p:spPr>
          <a:xfrm>
            <a:off x="444399" y="3310128"/>
            <a:ext cx="548640" cy="548640"/>
          </a:xfrm>
          <a:prstGeom prst="ellipse">
            <a:avLst/>
          </a:prstGeom>
          <a:solidFill>
            <a:schemeClr val="bg1">
              <a:lumMod val="85000"/>
            </a:schemeClr>
          </a:solidFill>
          <a:ln/>
        </p:spPr>
        <p:txBody>
          <a:bodyPr/>
          <a:lstStyle/>
          <a:p>
            <a:endParaRPr lang="en-US"/>
          </a:p>
        </p:txBody>
      </p:sp>
      <p:pic>
        <p:nvPicPr>
          <p:cNvPr id="35" name="Image 1" descr="preencoded.png">
            <a:extLst>
              <a:ext uri="{FF2B5EF4-FFF2-40B4-BE49-F238E27FC236}">
                <a16:creationId xmlns:a16="http://schemas.microsoft.com/office/drawing/2014/main" id="{B08950AE-3082-065E-DC1A-5B0A4BA3A3BD}"/>
              </a:ext>
            </a:extLst>
          </p:cNvPr>
          <p:cNvPicPr>
            <a:picLocks noChangeAspect="1"/>
          </p:cNvPicPr>
          <p:nvPr/>
        </p:nvPicPr>
        <p:blipFill>
          <a:blip r:embed="rId4"/>
          <a:stretch>
            <a:fillRect/>
          </a:stretch>
        </p:blipFill>
        <p:spPr>
          <a:xfrm>
            <a:off x="517551" y="3383280"/>
            <a:ext cx="402336" cy="402336"/>
          </a:xfrm>
          <a:prstGeom prst="rect">
            <a:avLst/>
          </a:prstGeom>
        </p:spPr>
      </p:pic>
      <p:sp>
        <p:nvSpPr>
          <p:cNvPr id="36" name="Text 32">
            <a:extLst>
              <a:ext uri="{FF2B5EF4-FFF2-40B4-BE49-F238E27FC236}">
                <a16:creationId xmlns:a16="http://schemas.microsoft.com/office/drawing/2014/main" id="{2F34FEEC-8B36-D8B4-54EA-5F712E9144E0}"/>
              </a:ext>
            </a:extLst>
          </p:cNvPr>
          <p:cNvSpPr/>
          <p:nvPr/>
        </p:nvSpPr>
        <p:spPr>
          <a:xfrm>
            <a:off x="160935" y="3950208"/>
            <a:ext cx="1115568" cy="822960"/>
          </a:xfrm>
          <a:prstGeom prst="rect">
            <a:avLst/>
          </a:prstGeom>
          <a:noFill/>
          <a:ln/>
        </p:spPr>
        <p:txBody>
          <a:bodyPr wrap="square" lIns="0" tIns="0" rIns="0" bIns="0" rtlCol="0" anchor="ctr"/>
          <a:lstStyle/>
          <a:p>
            <a:pPr marL="0" indent="0" algn="ctr">
              <a:buNone/>
            </a:pPr>
            <a:r>
              <a:rPr lang="en-US" sz="1000" b="1" dirty="0">
                <a:solidFill>
                  <a:srgbClr val="0D1B3E"/>
                </a:solidFill>
              </a:rPr>
              <a:t>Agent-delegation approach</a:t>
            </a:r>
            <a:endParaRPr lang="en-US" sz="1000" dirty="0"/>
          </a:p>
        </p:txBody>
      </p:sp>
      <p:pic>
        <p:nvPicPr>
          <p:cNvPr id="57" name="Image 0" descr="preencoded.png">
            <a:extLst>
              <a:ext uri="{FF2B5EF4-FFF2-40B4-BE49-F238E27FC236}">
                <a16:creationId xmlns:a16="http://schemas.microsoft.com/office/drawing/2014/main" id="{9B4C5FA3-01F1-948B-08EA-7965FD42F27A}"/>
              </a:ext>
            </a:extLst>
          </p:cNvPr>
          <p:cNvPicPr>
            <a:picLocks noChangeAspect="1"/>
          </p:cNvPicPr>
          <p:nvPr/>
        </p:nvPicPr>
        <p:blipFill>
          <a:blip r:embed="rId3"/>
          <a:stretch>
            <a:fillRect/>
          </a:stretch>
        </p:blipFill>
        <p:spPr>
          <a:xfrm>
            <a:off x="1510591" y="2116836"/>
            <a:ext cx="273710" cy="273710"/>
          </a:xfrm>
          <a:prstGeom prst="rect">
            <a:avLst/>
          </a:prstGeom>
        </p:spPr>
      </p:pic>
      <p:pic>
        <p:nvPicPr>
          <p:cNvPr id="58" name="Image 1" descr="preencoded.png">
            <a:extLst>
              <a:ext uri="{FF2B5EF4-FFF2-40B4-BE49-F238E27FC236}">
                <a16:creationId xmlns:a16="http://schemas.microsoft.com/office/drawing/2014/main" id="{965AD0A5-6F18-11AF-4BB6-9872CD8EBF50}"/>
              </a:ext>
            </a:extLst>
          </p:cNvPr>
          <p:cNvPicPr>
            <a:picLocks noChangeAspect="1"/>
          </p:cNvPicPr>
          <p:nvPr/>
        </p:nvPicPr>
        <p:blipFill>
          <a:blip r:embed="rId4"/>
          <a:stretch>
            <a:fillRect/>
          </a:stretch>
        </p:blipFill>
        <p:spPr>
          <a:xfrm>
            <a:off x="1482854" y="2622956"/>
            <a:ext cx="329184" cy="329184"/>
          </a:xfrm>
          <a:prstGeom prst="rect">
            <a:avLst/>
          </a:prstGeom>
        </p:spPr>
      </p:pic>
      <p:sp>
        <p:nvSpPr>
          <p:cNvPr id="59" name="Text 37">
            <a:extLst>
              <a:ext uri="{FF2B5EF4-FFF2-40B4-BE49-F238E27FC236}">
                <a16:creationId xmlns:a16="http://schemas.microsoft.com/office/drawing/2014/main" id="{C5F7210D-0E5E-6054-B1A8-E449D51012EA}"/>
              </a:ext>
            </a:extLst>
          </p:cNvPr>
          <p:cNvSpPr/>
          <p:nvPr/>
        </p:nvSpPr>
        <p:spPr>
          <a:xfrm>
            <a:off x="1940055" y="2088108"/>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Personal notes</a:t>
            </a:r>
          </a:p>
          <a:p>
            <a:pPr marL="171450" indent="-171450">
              <a:buFontTx/>
              <a:buChar char="-"/>
            </a:pPr>
            <a:r>
              <a:rPr lang="en-US" sz="950" dirty="0">
                <a:solidFill>
                  <a:srgbClr val="475569"/>
                </a:solidFill>
              </a:rPr>
              <a:t>Mental model</a:t>
            </a:r>
          </a:p>
          <a:p>
            <a:pPr marL="171450" indent="-171450">
              <a:buFontTx/>
              <a:buChar char="-"/>
            </a:pPr>
            <a:r>
              <a:rPr lang="en-US" sz="950" dirty="0">
                <a:solidFill>
                  <a:srgbClr val="475569"/>
                </a:solidFill>
              </a:rPr>
              <a:t>No structured output usually</a:t>
            </a:r>
            <a:endParaRPr lang="en-US" sz="950" dirty="0"/>
          </a:p>
        </p:txBody>
      </p:sp>
      <p:sp>
        <p:nvSpPr>
          <p:cNvPr id="60" name="Text 37">
            <a:extLst>
              <a:ext uri="{FF2B5EF4-FFF2-40B4-BE49-F238E27FC236}">
                <a16:creationId xmlns:a16="http://schemas.microsoft.com/office/drawing/2014/main" id="{5192794E-0128-C58C-3A11-007C5ADC5C48}"/>
              </a:ext>
            </a:extLst>
          </p:cNvPr>
          <p:cNvSpPr/>
          <p:nvPr/>
        </p:nvSpPr>
        <p:spPr>
          <a:xfrm>
            <a:off x="1940054" y="2622956"/>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Usually does not help</a:t>
            </a:r>
            <a:endParaRPr lang="en-US" sz="950" dirty="0"/>
          </a:p>
        </p:txBody>
      </p:sp>
      <p:pic>
        <p:nvPicPr>
          <p:cNvPr id="61" name="Image 0" descr="preencoded.png">
            <a:extLst>
              <a:ext uri="{FF2B5EF4-FFF2-40B4-BE49-F238E27FC236}">
                <a16:creationId xmlns:a16="http://schemas.microsoft.com/office/drawing/2014/main" id="{CC68CA83-66DE-D484-4137-4DDE07AAC8E8}"/>
              </a:ext>
            </a:extLst>
          </p:cNvPr>
          <p:cNvPicPr>
            <a:picLocks noChangeAspect="1"/>
          </p:cNvPicPr>
          <p:nvPr/>
        </p:nvPicPr>
        <p:blipFill>
          <a:blip r:embed="rId3"/>
          <a:stretch>
            <a:fillRect/>
          </a:stretch>
        </p:blipFill>
        <p:spPr>
          <a:xfrm>
            <a:off x="4135222" y="2114703"/>
            <a:ext cx="273710" cy="273710"/>
          </a:xfrm>
          <a:prstGeom prst="rect">
            <a:avLst/>
          </a:prstGeom>
        </p:spPr>
      </p:pic>
      <p:pic>
        <p:nvPicPr>
          <p:cNvPr id="62" name="Image 1" descr="preencoded.png">
            <a:extLst>
              <a:ext uri="{FF2B5EF4-FFF2-40B4-BE49-F238E27FC236}">
                <a16:creationId xmlns:a16="http://schemas.microsoft.com/office/drawing/2014/main" id="{CE70E168-18C4-45C7-BC8D-98BDC5E575FF}"/>
              </a:ext>
            </a:extLst>
          </p:cNvPr>
          <p:cNvPicPr>
            <a:picLocks noChangeAspect="1"/>
          </p:cNvPicPr>
          <p:nvPr/>
        </p:nvPicPr>
        <p:blipFill>
          <a:blip r:embed="rId4"/>
          <a:stretch>
            <a:fillRect/>
          </a:stretch>
        </p:blipFill>
        <p:spPr>
          <a:xfrm>
            <a:off x="4107485" y="2620823"/>
            <a:ext cx="329184" cy="329184"/>
          </a:xfrm>
          <a:prstGeom prst="rect">
            <a:avLst/>
          </a:prstGeom>
        </p:spPr>
      </p:pic>
      <p:sp>
        <p:nvSpPr>
          <p:cNvPr id="63" name="Text 37">
            <a:extLst>
              <a:ext uri="{FF2B5EF4-FFF2-40B4-BE49-F238E27FC236}">
                <a16:creationId xmlns:a16="http://schemas.microsoft.com/office/drawing/2014/main" id="{772E9B27-68F2-A501-18E6-3F276081B324}"/>
              </a:ext>
            </a:extLst>
          </p:cNvPr>
          <p:cNvSpPr/>
          <p:nvPr/>
        </p:nvSpPr>
        <p:spPr>
          <a:xfrm>
            <a:off x="4573524" y="2085975"/>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Does most of the coding</a:t>
            </a:r>
            <a:endParaRPr lang="en-US" sz="950" dirty="0"/>
          </a:p>
        </p:txBody>
      </p:sp>
      <p:sp>
        <p:nvSpPr>
          <p:cNvPr id="64" name="Text 37">
            <a:extLst>
              <a:ext uri="{FF2B5EF4-FFF2-40B4-BE49-F238E27FC236}">
                <a16:creationId xmlns:a16="http://schemas.microsoft.com/office/drawing/2014/main" id="{573391FF-E5C7-AD22-904D-0A6DFD371B95}"/>
              </a:ext>
            </a:extLst>
          </p:cNvPr>
          <p:cNvSpPr/>
          <p:nvPr/>
        </p:nvSpPr>
        <p:spPr>
          <a:xfrm>
            <a:off x="4573523" y="2620823"/>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Agent may help vibe-coding</a:t>
            </a:r>
            <a:endParaRPr lang="en-US" sz="950" dirty="0"/>
          </a:p>
        </p:txBody>
      </p:sp>
      <p:pic>
        <p:nvPicPr>
          <p:cNvPr id="69" name="Image 0" descr="preencoded.png">
            <a:extLst>
              <a:ext uri="{FF2B5EF4-FFF2-40B4-BE49-F238E27FC236}">
                <a16:creationId xmlns:a16="http://schemas.microsoft.com/office/drawing/2014/main" id="{7058D9EC-090C-C903-7C8B-18FE48B0CB44}"/>
              </a:ext>
            </a:extLst>
          </p:cNvPr>
          <p:cNvPicPr>
            <a:picLocks noChangeAspect="1"/>
          </p:cNvPicPr>
          <p:nvPr/>
        </p:nvPicPr>
        <p:blipFill>
          <a:blip r:embed="rId3"/>
          <a:stretch>
            <a:fillRect/>
          </a:stretch>
        </p:blipFill>
        <p:spPr>
          <a:xfrm>
            <a:off x="6754064" y="2093901"/>
            <a:ext cx="273710" cy="273710"/>
          </a:xfrm>
          <a:prstGeom prst="rect">
            <a:avLst/>
          </a:prstGeom>
        </p:spPr>
      </p:pic>
      <p:pic>
        <p:nvPicPr>
          <p:cNvPr id="70" name="Image 1" descr="preencoded.png">
            <a:extLst>
              <a:ext uri="{FF2B5EF4-FFF2-40B4-BE49-F238E27FC236}">
                <a16:creationId xmlns:a16="http://schemas.microsoft.com/office/drawing/2014/main" id="{4F61BBAD-BC4F-2D15-851D-E8EEBE050524}"/>
              </a:ext>
            </a:extLst>
          </p:cNvPr>
          <p:cNvPicPr>
            <a:picLocks noChangeAspect="1"/>
          </p:cNvPicPr>
          <p:nvPr/>
        </p:nvPicPr>
        <p:blipFill>
          <a:blip r:embed="rId4"/>
          <a:stretch>
            <a:fillRect/>
          </a:stretch>
        </p:blipFill>
        <p:spPr>
          <a:xfrm>
            <a:off x="6726327" y="2600021"/>
            <a:ext cx="329184" cy="329184"/>
          </a:xfrm>
          <a:prstGeom prst="rect">
            <a:avLst/>
          </a:prstGeom>
        </p:spPr>
      </p:pic>
      <p:sp>
        <p:nvSpPr>
          <p:cNvPr id="71" name="Text 37">
            <a:extLst>
              <a:ext uri="{FF2B5EF4-FFF2-40B4-BE49-F238E27FC236}">
                <a16:creationId xmlns:a16="http://schemas.microsoft.com/office/drawing/2014/main" id="{E35F32B2-1D39-0BE3-C231-6DDDC30B75A4}"/>
              </a:ext>
            </a:extLst>
          </p:cNvPr>
          <p:cNvSpPr/>
          <p:nvPr/>
        </p:nvSpPr>
        <p:spPr>
          <a:xfrm>
            <a:off x="7192366" y="2065173"/>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Team review tests and code manually.</a:t>
            </a:r>
            <a:endParaRPr lang="en-US" sz="950" dirty="0"/>
          </a:p>
        </p:txBody>
      </p:sp>
      <p:sp>
        <p:nvSpPr>
          <p:cNvPr id="72" name="Text 37">
            <a:extLst>
              <a:ext uri="{FF2B5EF4-FFF2-40B4-BE49-F238E27FC236}">
                <a16:creationId xmlns:a16="http://schemas.microsoft.com/office/drawing/2014/main" id="{36DD4A35-B0A3-790D-6690-2D4EC6CC84D7}"/>
              </a:ext>
            </a:extLst>
          </p:cNvPr>
          <p:cNvSpPr/>
          <p:nvPr/>
        </p:nvSpPr>
        <p:spPr>
          <a:xfrm>
            <a:off x="7192365" y="2600021"/>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Optional: use agent reviewer</a:t>
            </a:r>
            <a:endParaRPr lang="en-US" sz="950" dirty="0"/>
          </a:p>
        </p:txBody>
      </p:sp>
      <p:sp>
        <p:nvSpPr>
          <p:cNvPr id="90" name="TextBox 89">
            <a:extLst>
              <a:ext uri="{FF2B5EF4-FFF2-40B4-BE49-F238E27FC236}">
                <a16:creationId xmlns:a16="http://schemas.microsoft.com/office/drawing/2014/main" id="{A5FBCAF8-E209-069F-3176-561E93633B9D}"/>
              </a:ext>
            </a:extLst>
          </p:cNvPr>
          <p:cNvSpPr txBox="1"/>
          <p:nvPr/>
        </p:nvSpPr>
        <p:spPr>
          <a:xfrm>
            <a:off x="8030178" y="615886"/>
            <a:ext cx="1029128" cy="276999"/>
          </a:xfrm>
          <a:prstGeom prst="rect">
            <a:avLst/>
          </a:prstGeom>
          <a:noFill/>
        </p:spPr>
        <p:txBody>
          <a:bodyPr wrap="none" rtlCol="0">
            <a:spAutoFit/>
          </a:bodyPr>
          <a:lstStyle/>
          <a:p>
            <a:r>
              <a:rPr lang="en-US" sz="1200" dirty="0"/>
              <a:t>Parallelizable</a:t>
            </a:r>
          </a:p>
        </p:txBody>
      </p:sp>
      <p:grpSp>
        <p:nvGrpSpPr>
          <p:cNvPr id="66" name="Group 65">
            <a:extLst>
              <a:ext uri="{FF2B5EF4-FFF2-40B4-BE49-F238E27FC236}">
                <a16:creationId xmlns:a16="http://schemas.microsoft.com/office/drawing/2014/main" id="{E809188C-F2AB-FEF2-BC0F-EA9AA18679D2}"/>
              </a:ext>
            </a:extLst>
          </p:cNvPr>
          <p:cNvGrpSpPr/>
          <p:nvPr/>
        </p:nvGrpSpPr>
        <p:grpSpPr>
          <a:xfrm>
            <a:off x="7673513" y="289581"/>
            <a:ext cx="297788" cy="185499"/>
            <a:chOff x="6824530" y="429920"/>
            <a:chExt cx="297788" cy="185499"/>
          </a:xfrm>
        </p:grpSpPr>
        <p:sp>
          <p:nvSpPr>
            <p:cNvPr id="6" name="Flowchart: Manual Operation 5">
              <a:extLst>
                <a:ext uri="{FF2B5EF4-FFF2-40B4-BE49-F238E27FC236}">
                  <a16:creationId xmlns:a16="http://schemas.microsoft.com/office/drawing/2014/main" id="{7DAAE3A5-6C57-8BA4-D0D8-D08196D108F9}"/>
                </a:ext>
              </a:extLst>
            </p:cNvPr>
            <p:cNvSpPr/>
            <p:nvPr/>
          </p:nvSpPr>
          <p:spPr>
            <a:xfrm rot="5400000">
              <a:off x="6957971" y="451072"/>
              <a:ext cx="185015" cy="143679"/>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Flowchart: Manual Operation 6">
              <a:extLst>
                <a:ext uri="{FF2B5EF4-FFF2-40B4-BE49-F238E27FC236}">
                  <a16:creationId xmlns:a16="http://schemas.microsoft.com/office/drawing/2014/main" id="{05F4AF5D-E26C-055B-CEFA-D8A2AA81EC3D}"/>
                </a:ext>
              </a:extLst>
            </p:cNvPr>
            <p:cNvSpPr/>
            <p:nvPr/>
          </p:nvSpPr>
          <p:spPr>
            <a:xfrm rot="16200000">
              <a:off x="6803862" y="450588"/>
              <a:ext cx="185016" cy="143680"/>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7CC11FE-3A13-7D86-EBD1-67DE87FD0D74}"/>
                </a:ext>
              </a:extLst>
            </p:cNvPr>
            <p:cNvSpPr/>
            <p:nvPr/>
          </p:nvSpPr>
          <p:spPr>
            <a:xfrm>
              <a:off x="6960351" y="50919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F3232C1-1952-3C6F-9703-19BADDDC76FD}"/>
                </a:ext>
              </a:extLst>
            </p:cNvPr>
            <p:cNvSpPr/>
            <p:nvPr/>
          </p:nvSpPr>
          <p:spPr>
            <a:xfrm>
              <a:off x="6897513" y="48247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368CAA76-895C-40A9-6B64-4914F4DEA014}"/>
                </a:ext>
              </a:extLst>
            </p:cNvPr>
            <p:cNvSpPr/>
            <p:nvPr/>
          </p:nvSpPr>
          <p:spPr>
            <a:xfrm>
              <a:off x="6897513" y="535235"/>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CF9530F-E5CC-8BC4-7E42-69C60185C38C}"/>
                </a:ext>
              </a:extLst>
            </p:cNvPr>
            <p:cNvSpPr/>
            <p:nvPr/>
          </p:nvSpPr>
          <p:spPr>
            <a:xfrm>
              <a:off x="6840342" y="55888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8EE854A-0243-DBB6-552A-F54E2838CD75}"/>
                </a:ext>
              </a:extLst>
            </p:cNvPr>
            <p:cNvSpPr/>
            <p:nvPr/>
          </p:nvSpPr>
          <p:spPr>
            <a:xfrm>
              <a:off x="6838065" y="50552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6B4210D3-FCF1-9E23-9149-FDA9029CB73D}"/>
                </a:ext>
              </a:extLst>
            </p:cNvPr>
            <p:cNvSpPr/>
            <p:nvPr/>
          </p:nvSpPr>
          <p:spPr>
            <a:xfrm>
              <a:off x="6837357" y="45395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0EC5521-A256-43BC-EE43-E6EC8E9CB3E9}"/>
                </a:ext>
              </a:extLst>
            </p:cNvPr>
            <p:cNvSpPr/>
            <p:nvPr/>
          </p:nvSpPr>
          <p:spPr>
            <a:xfrm>
              <a:off x="7017460"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EF34F785-9000-886E-968F-ACF7DBB4B448}"/>
                </a:ext>
              </a:extLst>
            </p:cNvPr>
            <p:cNvSpPr/>
            <p:nvPr/>
          </p:nvSpPr>
          <p:spPr>
            <a:xfrm>
              <a:off x="7076277"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8938FF5E-10E5-47CA-B27F-8B7623F6AE68}"/>
              </a:ext>
            </a:extLst>
          </p:cNvPr>
          <p:cNvGrpSpPr/>
          <p:nvPr/>
        </p:nvGrpSpPr>
        <p:grpSpPr>
          <a:xfrm>
            <a:off x="7692505" y="731842"/>
            <a:ext cx="298780" cy="80963"/>
            <a:chOff x="6986960" y="686403"/>
            <a:chExt cx="298780" cy="80963"/>
          </a:xfrm>
        </p:grpSpPr>
        <p:cxnSp>
          <p:nvCxnSpPr>
            <p:cNvPr id="87" name="Straight Arrow Connector 86">
              <a:extLst>
                <a:ext uri="{FF2B5EF4-FFF2-40B4-BE49-F238E27FC236}">
                  <a16:creationId xmlns:a16="http://schemas.microsoft.com/office/drawing/2014/main" id="{3DE9737F-7957-CC3D-B13D-13F51ADA7202}"/>
                </a:ext>
              </a:extLst>
            </p:cNvPr>
            <p:cNvCxnSpPr>
              <a:cxnSpLocks/>
            </p:cNvCxnSpPr>
            <p:nvPr/>
          </p:nvCxnSpPr>
          <p:spPr>
            <a:xfrm>
              <a:off x="6986960" y="686403"/>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094C941-2164-2FE8-5EF9-A5DA11561FF7}"/>
                </a:ext>
              </a:extLst>
            </p:cNvPr>
            <p:cNvCxnSpPr>
              <a:cxnSpLocks/>
            </p:cNvCxnSpPr>
            <p:nvPr/>
          </p:nvCxnSpPr>
          <p:spPr>
            <a:xfrm>
              <a:off x="6987951" y="767366"/>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94" name="TextBox 93">
            <a:extLst>
              <a:ext uri="{FF2B5EF4-FFF2-40B4-BE49-F238E27FC236}">
                <a16:creationId xmlns:a16="http://schemas.microsoft.com/office/drawing/2014/main" id="{9FABE248-E576-80D0-A027-1307A8139C26}"/>
              </a:ext>
            </a:extLst>
          </p:cNvPr>
          <p:cNvSpPr txBox="1"/>
          <p:nvPr/>
        </p:nvSpPr>
        <p:spPr>
          <a:xfrm>
            <a:off x="8042909" y="246457"/>
            <a:ext cx="855747" cy="276999"/>
          </a:xfrm>
          <a:prstGeom prst="rect">
            <a:avLst/>
          </a:prstGeom>
          <a:noFill/>
        </p:spPr>
        <p:txBody>
          <a:bodyPr wrap="none" rtlCol="0">
            <a:spAutoFit/>
          </a:bodyPr>
          <a:lstStyle/>
          <a:p>
            <a:r>
              <a:rPr lang="en-US" sz="1200" dirty="0"/>
              <a:t>Bottleneck</a:t>
            </a:r>
          </a:p>
        </p:txBody>
      </p:sp>
      <p:grpSp>
        <p:nvGrpSpPr>
          <p:cNvPr id="95" name="Group 94">
            <a:extLst>
              <a:ext uri="{FF2B5EF4-FFF2-40B4-BE49-F238E27FC236}">
                <a16:creationId xmlns:a16="http://schemas.microsoft.com/office/drawing/2014/main" id="{22BBF76A-3104-20CF-EE81-BE4E243AC216}"/>
              </a:ext>
            </a:extLst>
          </p:cNvPr>
          <p:cNvGrpSpPr/>
          <p:nvPr/>
        </p:nvGrpSpPr>
        <p:grpSpPr>
          <a:xfrm>
            <a:off x="4245541" y="1611691"/>
            <a:ext cx="297788" cy="185499"/>
            <a:chOff x="6824530" y="429920"/>
            <a:chExt cx="297788" cy="185499"/>
          </a:xfrm>
        </p:grpSpPr>
        <p:sp>
          <p:nvSpPr>
            <p:cNvPr id="96" name="Flowchart: Manual Operation 95">
              <a:extLst>
                <a:ext uri="{FF2B5EF4-FFF2-40B4-BE49-F238E27FC236}">
                  <a16:creationId xmlns:a16="http://schemas.microsoft.com/office/drawing/2014/main" id="{F77C65A1-8028-C33F-1469-7BCE7C703CE0}"/>
                </a:ext>
              </a:extLst>
            </p:cNvPr>
            <p:cNvSpPr/>
            <p:nvPr/>
          </p:nvSpPr>
          <p:spPr>
            <a:xfrm rot="5400000">
              <a:off x="6957971" y="451072"/>
              <a:ext cx="185015" cy="143679"/>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Flowchart: Manual Operation 96">
              <a:extLst>
                <a:ext uri="{FF2B5EF4-FFF2-40B4-BE49-F238E27FC236}">
                  <a16:creationId xmlns:a16="http://schemas.microsoft.com/office/drawing/2014/main" id="{9CFF70A8-95A3-4440-5C37-F9D48AA00B06}"/>
                </a:ext>
              </a:extLst>
            </p:cNvPr>
            <p:cNvSpPr/>
            <p:nvPr/>
          </p:nvSpPr>
          <p:spPr>
            <a:xfrm rot="16200000">
              <a:off x="6803862" y="450588"/>
              <a:ext cx="185016" cy="143680"/>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ADA06A12-8253-7636-DBD5-28A6EE06C5B3}"/>
                </a:ext>
              </a:extLst>
            </p:cNvPr>
            <p:cNvSpPr/>
            <p:nvPr/>
          </p:nvSpPr>
          <p:spPr>
            <a:xfrm>
              <a:off x="6960351" y="50919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22EF67FC-FE0D-8B8E-99D7-E5604A854513}"/>
                </a:ext>
              </a:extLst>
            </p:cNvPr>
            <p:cNvSpPr/>
            <p:nvPr/>
          </p:nvSpPr>
          <p:spPr>
            <a:xfrm>
              <a:off x="6897513" y="48247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8D97AABE-10B0-8DBF-66B1-1738795F7D01}"/>
                </a:ext>
              </a:extLst>
            </p:cNvPr>
            <p:cNvSpPr/>
            <p:nvPr/>
          </p:nvSpPr>
          <p:spPr>
            <a:xfrm>
              <a:off x="6897513" y="535235"/>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8F1C0865-237E-09FC-8424-3DAA8195A7DE}"/>
                </a:ext>
              </a:extLst>
            </p:cNvPr>
            <p:cNvSpPr/>
            <p:nvPr/>
          </p:nvSpPr>
          <p:spPr>
            <a:xfrm>
              <a:off x="6840342" y="55888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87EFAB96-AA09-910F-6123-BFD270BF77F8}"/>
                </a:ext>
              </a:extLst>
            </p:cNvPr>
            <p:cNvSpPr/>
            <p:nvPr/>
          </p:nvSpPr>
          <p:spPr>
            <a:xfrm>
              <a:off x="6838065" y="50552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C9F67E2F-666A-6887-DA9B-CD6DA502E9AC}"/>
                </a:ext>
              </a:extLst>
            </p:cNvPr>
            <p:cNvSpPr/>
            <p:nvPr/>
          </p:nvSpPr>
          <p:spPr>
            <a:xfrm>
              <a:off x="6837357" y="45395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61640772-A640-01E6-4B9F-A4869AB5002F}"/>
                </a:ext>
              </a:extLst>
            </p:cNvPr>
            <p:cNvSpPr/>
            <p:nvPr/>
          </p:nvSpPr>
          <p:spPr>
            <a:xfrm>
              <a:off x="7017460"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F388E1C-ED84-FCB0-2AC2-73BC52355AC2}"/>
                </a:ext>
              </a:extLst>
            </p:cNvPr>
            <p:cNvSpPr/>
            <p:nvPr/>
          </p:nvSpPr>
          <p:spPr>
            <a:xfrm>
              <a:off x="7076277"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28">
            <a:extLst>
              <a:ext uri="{FF2B5EF4-FFF2-40B4-BE49-F238E27FC236}">
                <a16:creationId xmlns:a16="http://schemas.microsoft.com/office/drawing/2014/main" id="{52A14BF9-3243-A947-4A89-BAD1860E7EA1}"/>
              </a:ext>
            </a:extLst>
          </p:cNvPr>
          <p:cNvSpPr/>
          <p:nvPr/>
        </p:nvSpPr>
        <p:spPr>
          <a:xfrm>
            <a:off x="396052" y="736296"/>
            <a:ext cx="3959048" cy="188228"/>
          </a:xfrm>
          <a:prstGeom prst="rect">
            <a:avLst/>
          </a:prstGeom>
          <a:noFill/>
          <a:ln/>
        </p:spPr>
        <p:txBody>
          <a:bodyPr wrap="square" lIns="0" tIns="0" rIns="0" bIns="0" rtlCol="0" anchor="ctr"/>
          <a:lstStyle/>
          <a:p>
            <a:r>
              <a:rPr lang="en-US" sz="1000" i="1" dirty="0"/>
              <a:t>Estimated times are human-time spent.</a:t>
            </a:r>
          </a:p>
        </p:txBody>
      </p:sp>
      <p:sp>
        <p:nvSpPr>
          <p:cNvPr id="11" name="Text 2">
            <a:extLst>
              <a:ext uri="{FF2B5EF4-FFF2-40B4-BE49-F238E27FC236}">
                <a16:creationId xmlns:a16="http://schemas.microsoft.com/office/drawing/2014/main" id="{41FC208C-C728-7298-93DC-C85E06F7D68D}"/>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Comparing approaches</a:t>
            </a:r>
            <a:endParaRPr lang="en-US" sz="3600" b="1" dirty="0"/>
          </a:p>
        </p:txBody>
      </p:sp>
    </p:spTree>
    <p:extLst>
      <p:ext uri="{BB962C8B-B14F-4D97-AF65-F5344CB8AC3E}">
        <p14:creationId xmlns:p14="http://schemas.microsoft.com/office/powerpoint/2010/main" val="1445865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742A9-82B5-8F4E-B8A8-04679846E9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8AD1CB-1660-DDEB-5B91-B6451FFC4AAC}"/>
              </a:ext>
            </a:extLst>
          </p:cNvPr>
          <p:cNvSpPr/>
          <p:nvPr/>
        </p:nvSpPr>
        <p:spPr>
          <a:xfrm>
            <a:off x="0" y="0"/>
            <a:ext cx="9144000" cy="64008"/>
          </a:xfrm>
          <a:prstGeom prst="rect">
            <a:avLst/>
          </a:prstGeom>
          <a:solidFill>
            <a:srgbClr val="00A4BD"/>
          </a:solidFill>
          <a:ln/>
        </p:spPr>
        <p:txBody>
          <a:bodyPr/>
          <a:lstStyle/>
          <a:p>
            <a:endParaRPr lang="en-US"/>
          </a:p>
        </p:txBody>
      </p:sp>
      <p:sp>
        <p:nvSpPr>
          <p:cNvPr id="8" name="Shape 6">
            <a:extLst>
              <a:ext uri="{FF2B5EF4-FFF2-40B4-BE49-F238E27FC236}">
                <a16:creationId xmlns:a16="http://schemas.microsoft.com/office/drawing/2014/main" id="{451E20B6-C48C-EA3C-E253-7CC5ABDCFBBB}"/>
              </a:ext>
            </a:extLst>
          </p:cNvPr>
          <p:cNvSpPr/>
          <p:nvPr/>
        </p:nvSpPr>
        <p:spPr>
          <a:xfrm>
            <a:off x="1441095" y="1046071"/>
            <a:ext cx="2487168" cy="347472"/>
          </a:xfrm>
          <a:prstGeom prst="rect">
            <a:avLst/>
          </a:prstGeom>
          <a:solidFill>
            <a:srgbClr val="F5820A"/>
          </a:solidFill>
          <a:ln/>
        </p:spPr>
        <p:txBody>
          <a:bodyPr anchor="ctr"/>
          <a:lstStyle/>
          <a:p>
            <a:pPr algn="ctr"/>
            <a:r>
              <a:rPr lang="en-US" sz="1200" b="1" dirty="0">
                <a:solidFill>
                  <a:schemeClr val="bg1"/>
                </a:solidFill>
              </a:rPr>
              <a:t>Spec definition</a:t>
            </a:r>
          </a:p>
        </p:txBody>
      </p:sp>
      <p:sp>
        <p:nvSpPr>
          <p:cNvPr id="10" name="Shape 8">
            <a:extLst>
              <a:ext uri="{FF2B5EF4-FFF2-40B4-BE49-F238E27FC236}">
                <a16:creationId xmlns:a16="http://schemas.microsoft.com/office/drawing/2014/main" id="{A7BF00EF-235A-294D-45C4-ADFF34B9E0FB}"/>
              </a:ext>
            </a:extLst>
          </p:cNvPr>
          <p:cNvSpPr/>
          <p:nvPr/>
        </p:nvSpPr>
        <p:spPr>
          <a:xfrm>
            <a:off x="4019703" y="1046071"/>
            <a:ext cx="2487168" cy="347472"/>
          </a:xfrm>
          <a:prstGeom prst="rect">
            <a:avLst/>
          </a:prstGeom>
          <a:solidFill>
            <a:srgbClr val="00A4BD"/>
          </a:solidFill>
          <a:ln/>
        </p:spPr>
        <p:txBody>
          <a:bodyPr anchor="ctr"/>
          <a:lstStyle/>
          <a:p>
            <a:pPr algn="ctr"/>
            <a:r>
              <a:rPr lang="en-US" sz="1200" b="1" dirty="0">
                <a:solidFill>
                  <a:schemeClr val="bg1"/>
                </a:solidFill>
              </a:rPr>
              <a:t>Coding</a:t>
            </a:r>
          </a:p>
        </p:txBody>
      </p:sp>
      <p:sp>
        <p:nvSpPr>
          <p:cNvPr id="12" name="Shape 10">
            <a:extLst>
              <a:ext uri="{FF2B5EF4-FFF2-40B4-BE49-F238E27FC236}">
                <a16:creationId xmlns:a16="http://schemas.microsoft.com/office/drawing/2014/main" id="{27182620-8A7C-DEC1-0B7D-9934D13BD6E1}"/>
              </a:ext>
            </a:extLst>
          </p:cNvPr>
          <p:cNvSpPr/>
          <p:nvPr/>
        </p:nvSpPr>
        <p:spPr>
          <a:xfrm>
            <a:off x="6598311" y="1046071"/>
            <a:ext cx="2487168" cy="347472"/>
          </a:xfrm>
          <a:prstGeom prst="rect">
            <a:avLst/>
          </a:prstGeom>
          <a:solidFill>
            <a:srgbClr val="1A3A7A"/>
          </a:solidFill>
          <a:ln/>
        </p:spPr>
        <p:txBody>
          <a:bodyPr anchor="ctr"/>
          <a:lstStyle/>
          <a:p>
            <a:pPr algn="ctr"/>
            <a:r>
              <a:rPr lang="en-US" sz="1200" b="1" dirty="0">
                <a:solidFill>
                  <a:schemeClr val="bg1"/>
                </a:solidFill>
              </a:rPr>
              <a:t>Team review</a:t>
            </a:r>
          </a:p>
        </p:txBody>
      </p:sp>
      <p:sp>
        <p:nvSpPr>
          <p:cNvPr id="14" name="Shape 12">
            <a:extLst>
              <a:ext uri="{FF2B5EF4-FFF2-40B4-BE49-F238E27FC236}">
                <a16:creationId xmlns:a16="http://schemas.microsoft.com/office/drawing/2014/main" id="{D4ECD396-C8B1-4E10-A87F-C4DB0B7E81C1}"/>
              </a:ext>
            </a:extLst>
          </p:cNvPr>
          <p:cNvSpPr/>
          <p:nvPr/>
        </p:nvSpPr>
        <p:spPr>
          <a:xfrm>
            <a:off x="87783" y="1448409"/>
            <a:ext cx="1261872" cy="1612087"/>
          </a:xfrm>
          <a:prstGeom prst="rect">
            <a:avLst/>
          </a:prstGeom>
          <a:solidFill>
            <a:srgbClr val="FFFFFF"/>
          </a:solidFill>
          <a:ln w="25400">
            <a:solidFill>
              <a:schemeClr val="bg1">
                <a:lumMod val="65000"/>
              </a:schemeClr>
            </a:solidFill>
            <a:prstDash val="solid"/>
          </a:ln>
        </p:spPr>
        <p:txBody>
          <a:bodyPr/>
          <a:lstStyle/>
          <a:p>
            <a:endParaRPr lang="en-US"/>
          </a:p>
        </p:txBody>
      </p:sp>
      <p:sp>
        <p:nvSpPr>
          <p:cNvPr id="15" name="Shape 13">
            <a:extLst>
              <a:ext uri="{FF2B5EF4-FFF2-40B4-BE49-F238E27FC236}">
                <a16:creationId xmlns:a16="http://schemas.microsoft.com/office/drawing/2014/main" id="{DBBE1B37-5C9A-066A-F252-92A17669FCD9}"/>
              </a:ext>
            </a:extLst>
          </p:cNvPr>
          <p:cNvSpPr/>
          <p:nvPr/>
        </p:nvSpPr>
        <p:spPr>
          <a:xfrm>
            <a:off x="444399" y="1631289"/>
            <a:ext cx="548640" cy="548640"/>
          </a:xfrm>
          <a:prstGeom prst="ellipse">
            <a:avLst/>
          </a:prstGeom>
          <a:solidFill>
            <a:schemeClr val="bg1">
              <a:lumMod val="85000"/>
            </a:schemeClr>
          </a:solidFill>
          <a:ln/>
        </p:spPr>
        <p:txBody>
          <a:bodyPr/>
          <a:lstStyle/>
          <a:p>
            <a:endParaRPr lang="en-US"/>
          </a:p>
        </p:txBody>
      </p:sp>
      <p:pic>
        <p:nvPicPr>
          <p:cNvPr id="16" name="Image 0" descr="preencoded.png">
            <a:extLst>
              <a:ext uri="{FF2B5EF4-FFF2-40B4-BE49-F238E27FC236}">
                <a16:creationId xmlns:a16="http://schemas.microsoft.com/office/drawing/2014/main" id="{9594734B-9CB2-1642-FE7F-8B98A255D589}"/>
              </a:ext>
            </a:extLst>
          </p:cNvPr>
          <p:cNvPicPr>
            <a:picLocks noChangeAspect="1"/>
          </p:cNvPicPr>
          <p:nvPr/>
        </p:nvPicPr>
        <p:blipFill>
          <a:blip r:embed="rId3"/>
          <a:stretch>
            <a:fillRect/>
          </a:stretch>
        </p:blipFill>
        <p:spPr>
          <a:xfrm>
            <a:off x="517551" y="1704441"/>
            <a:ext cx="402336" cy="402336"/>
          </a:xfrm>
          <a:prstGeom prst="rect">
            <a:avLst/>
          </a:prstGeom>
        </p:spPr>
      </p:pic>
      <p:sp>
        <p:nvSpPr>
          <p:cNvPr id="17" name="Text 14">
            <a:extLst>
              <a:ext uri="{FF2B5EF4-FFF2-40B4-BE49-F238E27FC236}">
                <a16:creationId xmlns:a16="http://schemas.microsoft.com/office/drawing/2014/main" id="{483D73FF-D711-4C7B-1DF8-1D21742BC6D2}"/>
              </a:ext>
            </a:extLst>
          </p:cNvPr>
          <p:cNvSpPr/>
          <p:nvPr/>
        </p:nvSpPr>
        <p:spPr>
          <a:xfrm>
            <a:off x="160935" y="2271369"/>
            <a:ext cx="1115568" cy="822960"/>
          </a:xfrm>
          <a:prstGeom prst="rect">
            <a:avLst/>
          </a:prstGeom>
          <a:noFill/>
          <a:ln/>
        </p:spPr>
        <p:txBody>
          <a:bodyPr wrap="square" lIns="0" tIns="0" rIns="0" bIns="0" rtlCol="0" anchor="ctr"/>
          <a:lstStyle/>
          <a:p>
            <a:pPr marL="0" indent="0" algn="ctr">
              <a:buNone/>
            </a:pPr>
            <a:r>
              <a:rPr lang="en-US" sz="1000" b="1" dirty="0">
                <a:solidFill>
                  <a:srgbClr val="0D1B3E"/>
                </a:solidFill>
              </a:rPr>
              <a:t>Self-coding</a:t>
            </a:r>
          </a:p>
          <a:p>
            <a:pPr marL="0" indent="0" algn="ctr">
              <a:buNone/>
            </a:pPr>
            <a:r>
              <a:rPr lang="en-US" sz="1000" b="1" dirty="0">
                <a:solidFill>
                  <a:srgbClr val="0D1B3E"/>
                </a:solidFill>
              </a:rPr>
              <a:t>approach</a:t>
            </a:r>
            <a:endParaRPr lang="en-US" sz="1000" dirty="0"/>
          </a:p>
        </p:txBody>
      </p:sp>
      <p:sp>
        <p:nvSpPr>
          <p:cNvPr id="18" name="Shape 15">
            <a:extLst>
              <a:ext uri="{FF2B5EF4-FFF2-40B4-BE49-F238E27FC236}">
                <a16:creationId xmlns:a16="http://schemas.microsoft.com/office/drawing/2014/main" id="{CEBB6604-7A50-93F1-9D89-74D0D99FCAA9}"/>
              </a:ext>
            </a:extLst>
          </p:cNvPr>
          <p:cNvSpPr/>
          <p:nvPr/>
        </p:nvSpPr>
        <p:spPr>
          <a:xfrm>
            <a:off x="1441095"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19" name="Shape 16">
            <a:extLst>
              <a:ext uri="{FF2B5EF4-FFF2-40B4-BE49-F238E27FC236}">
                <a16:creationId xmlns:a16="http://schemas.microsoft.com/office/drawing/2014/main" id="{E3FAF264-52A8-D6D3-8B7B-BCCF693BA19D}"/>
              </a:ext>
            </a:extLst>
          </p:cNvPr>
          <p:cNvSpPr/>
          <p:nvPr/>
        </p:nvSpPr>
        <p:spPr>
          <a:xfrm>
            <a:off x="1441095" y="1448409"/>
            <a:ext cx="2487168" cy="36576"/>
          </a:xfrm>
          <a:prstGeom prst="rect">
            <a:avLst/>
          </a:prstGeom>
          <a:solidFill>
            <a:srgbClr val="F5820A"/>
          </a:solidFill>
          <a:ln/>
        </p:spPr>
        <p:txBody>
          <a:bodyPr/>
          <a:lstStyle/>
          <a:p>
            <a:endParaRPr lang="en-US"/>
          </a:p>
        </p:txBody>
      </p:sp>
      <p:sp>
        <p:nvSpPr>
          <p:cNvPr id="20" name="Shape 17">
            <a:extLst>
              <a:ext uri="{FF2B5EF4-FFF2-40B4-BE49-F238E27FC236}">
                <a16:creationId xmlns:a16="http://schemas.microsoft.com/office/drawing/2014/main" id="{A4240F8D-91E7-0CC2-0DD3-AD08B3E3E43F}"/>
              </a:ext>
            </a:extLst>
          </p:cNvPr>
          <p:cNvSpPr/>
          <p:nvPr/>
        </p:nvSpPr>
        <p:spPr>
          <a:xfrm>
            <a:off x="1569111" y="1539849"/>
            <a:ext cx="2231136" cy="347472"/>
          </a:xfrm>
          <a:prstGeom prst="rect">
            <a:avLst/>
          </a:prstGeom>
          <a:solidFill>
            <a:srgbClr val="F5820A">
              <a:alpha val="15000"/>
            </a:srgbClr>
          </a:solidFill>
          <a:ln w="12700">
            <a:solidFill>
              <a:srgbClr val="F5820A"/>
            </a:solidFill>
            <a:prstDash val="solid"/>
          </a:ln>
        </p:spPr>
        <p:txBody>
          <a:bodyPr/>
          <a:lstStyle/>
          <a:p>
            <a:endParaRPr lang="en-US"/>
          </a:p>
        </p:txBody>
      </p:sp>
      <p:sp>
        <p:nvSpPr>
          <p:cNvPr id="21" name="Text 18">
            <a:extLst>
              <a:ext uri="{FF2B5EF4-FFF2-40B4-BE49-F238E27FC236}">
                <a16:creationId xmlns:a16="http://schemas.microsoft.com/office/drawing/2014/main" id="{94F464E9-6697-0B41-13AE-093B4665FF05}"/>
              </a:ext>
            </a:extLst>
          </p:cNvPr>
          <p:cNvSpPr/>
          <p:nvPr/>
        </p:nvSpPr>
        <p:spPr>
          <a:xfrm>
            <a:off x="1569111"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&lt; 3 min</a:t>
            </a:r>
            <a:endParaRPr lang="en-US" sz="1100" dirty="0"/>
          </a:p>
        </p:txBody>
      </p:sp>
      <p:sp>
        <p:nvSpPr>
          <p:cNvPr id="23" name="Shape 20">
            <a:extLst>
              <a:ext uri="{FF2B5EF4-FFF2-40B4-BE49-F238E27FC236}">
                <a16:creationId xmlns:a16="http://schemas.microsoft.com/office/drawing/2014/main" id="{256B7317-7D32-328E-E8B4-8EEE0BC5579D}"/>
              </a:ext>
            </a:extLst>
          </p:cNvPr>
          <p:cNvSpPr/>
          <p:nvPr/>
        </p:nvSpPr>
        <p:spPr>
          <a:xfrm>
            <a:off x="4019703"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24" name="Shape 21">
            <a:extLst>
              <a:ext uri="{FF2B5EF4-FFF2-40B4-BE49-F238E27FC236}">
                <a16:creationId xmlns:a16="http://schemas.microsoft.com/office/drawing/2014/main" id="{DB7CFEC1-1CCB-133D-36CE-7D6BA33EEC7E}"/>
              </a:ext>
            </a:extLst>
          </p:cNvPr>
          <p:cNvSpPr/>
          <p:nvPr/>
        </p:nvSpPr>
        <p:spPr>
          <a:xfrm>
            <a:off x="4019703" y="1448409"/>
            <a:ext cx="2487168" cy="36576"/>
          </a:xfrm>
          <a:prstGeom prst="rect">
            <a:avLst/>
          </a:prstGeom>
          <a:solidFill>
            <a:srgbClr val="00A4BD"/>
          </a:solidFill>
          <a:ln/>
        </p:spPr>
        <p:txBody>
          <a:bodyPr/>
          <a:lstStyle/>
          <a:p>
            <a:endParaRPr lang="en-US"/>
          </a:p>
        </p:txBody>
      </p:sp>
      <p:sp>
        <p:nvSpPr>
          <p:cNvPr id="25" name="Shape 22">
            <a:extLst>
              <a:ext uri="{FF2B5EF4-FFF2-40B4-BE49-F238E27FC236}">
                <a16:creationId xmlns:a16="http://schemas.microsoft.com/office/drawing/2014/main" id="{8BC1A729-0550-0F43-D0D6-46CFE027C881}"/>
              </a:ext>
            </a:extLst>
          </p:cNvPr>
          <p:cNvSpPr/>
          <p:nvPr/>
        </p:nvSpPr>
        <p:spPr>
          <a:xfrm>
            <a:off x="4147719" y="1539849"/>
            <a:ext cx="2231136" cy="347472"/>
          </a:xfrm>
          <a:prstGeom prst="rect">
            <a:avLst/>
          </a:prstGeom>
          <a:solidFill>
            <a:srgbClr val="00A4BD">
              <a:alpha val="15000"/>
            </a:srgbClr>
          </a:solidFill>
          <a:ln w="12700">
            <a:solidFill>
              <a:srgbClr val="00A4BD"/>
            </a:solidFill>
            <a:prstDash val="solid"/>
          </a:ln>
        </p:spPr>
        <p:txBody>
          <a:bodyPr/>
          <a:lstStyle/>
          <a:p>
            <a:endParaRPr lang="en-US"/>
          </a:p>
        </p:txBody>
      </p:sp>
      <p:sp>
        <p:nvSpPr>
          <p:cNvPr id="26" name="Text 23">
            <a:extLst>
              <a:ext uri="{FF2B5EF4-FFF2-40B4-BE49-F238E27FC236}">
                <a16:creationId xmlns:a16="http://schemas.microsoft.com/office/drawing/2014/main" id="{ED82BFB0-2A88-368A-6FE4-E867C7ABD1F0}"/>
              </a:ext>
            </a:extLst>
          </p:cNvPr>
          <p:cNvSpPr/>
          <p:nvPr/>
        </p:nvSpPr>
        <p:spPr>
          <a:xfrm>
            <a:off x="4147719"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1–3 days</a:t>
            </a:r>
            <a:endParaRPr lang="en-US" sz="1100" dirty="0"/>
          </a:p>
        </p:txBody>
      </p:sp>
      <p:sp>
        <p:nvSpPr>
          <p:cNvPr id="28" name="Shape 25">
            <a:extLst>
              <a:ext uri="{FF2B5EF4-FFF2-40B4-BE49-F238E27FC236}">
                <a16:creationId xmlns:a16="http://schemas.microsoft.com/office/drawing/2014/main" id="{9428FD06-8F1E-EEC0-8D5E-24345BF6A1A5}"/>
              </a:ext>
            </a:extLst>
          </p:cNvPr>
          <p:cNvSpPr/>
          <p:nvPr/>
        </p:nvSpPr>
        <p:spPr>
          <a:xfrm>
            <a:off x="6598311" y="1448409"/>
            <a:ext cx="2487168" cy="1612087"/>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29" name="Shape 26">
            <a:extLst>
              <a:ext uri="{FF2B5EF4-FFF2-40B4-BE49-F238E27FC236}">
                <a16:creationId xmlns:a16="http://schemas.microsoft.com/office/drawing/2014/main" id="{4F1BD729-9CD4-9669-C99F-C3F73C3726CA}"/>
              </a:ext>
            </a:extLst>
          </p:cNvPr>
          <p:cNvSpPr/>
          <p:nvPr/>
        </p:nvSpPr>
        <p:spPr>
          <a:xfrm>
            <a:off x="6598311" y="1448409"/>
            <a:ext cx="2487168" cy="36576"/>
          </a:xfrm>
          <a:prstGeom prst="rect">
            <a:avLst/>
          </a:prstGeom>
          <a:solidFill>
            <a:srgbClr val="1A3A7A"/>
          </a:solidFill>
          <a:ln/>
        </p:spPr>
        <p:txBody>
          <a:bodyPr/>
          <a:lstStyle/>
          <a:p>
            <a:endParaRPr lang="en-US"/>
          </a:p>
        </p:txBody>
      </p:sp>
      <p:sp>
        <p:nvSpPr>
          <p:cNvPr id="30" name="Shape 27">
            <a:extLst>
              <a:ext uri="{FF2B5EF4-FFF2-40B4-BE49-F238E27FC236}">
                <a16:creationId xmlns:a16="http://schemas.microsoft.com/office/drawing/2014/main" id="{E7739AB3-CBF3-A982-33BA-0587CC85570B}"/>
              </a:ext>
            </a:extLst>
          </p:cNvPr>
          <p:cNvSpPr/>
          <p:nvPr/>
        </p:nvSpPr>
        <p:spPr>
          <a:xfrm>
            <a:off x="6726327" y="1539849"/>
            <a:ext cx="2231136" cy="347472"/>
          </a:xfrm>
          <a:prstGeom prst="rect">
            <a:avLst/>
          </a:prstGeom>
          <a:solidFill>
            <a:srgbClr val="1A3A7A">
              <a:alpha val="15000"/>
            </a:srgbClr>
          </a:solidFill>
          <a:ln w="12700">
            <a:solidFill>
              <a:srgbClr val="1A3A7A"/>
            </a:solidFill>
            <a:prstDash val="solid"/>
          </a:ln>
        </p:spPr>
        <p:txBody>
          <a:bodyPr/>
          <a:lstStyle/>
          <a:p>
            <a:endParaRPr lang="en-US"/>
          </a:p>
        </p:txBody>
      </p:sp>
      <p:sp>
        <p:nvSpPr>
          <p:cNvPr id="31" name="Text 28">
            <a:extLst>
              <a:ext uri="{FF2B5EF4-FFF2-40B4-BE49-F238E27FC236}">
                <a16:creationId xmlns:a16="http://schemas.microsoft.com/office/drawing/2014/main" id="{0C1C30F0-DFE1-AA5D-9406-6F8D8F148CD5}"/>
              </a:ext>
            </a:extLst>
          </p:cNvPr>
          <p:cNvSpPr/>
          <p:nvPr/>
        </p:nvSpPr>
        <p:spPr>
          <a:xfrm>
            <a:off x="6726327" y="1539849"/>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30–120 min</a:t>
            </a:r>
            <a:endParaRPr lang="en-US" sz="1100" dirty="0"/>
          </a:p>
        </p:txBody>
      </p:sp>
      <p:sp>
        <p:nvSpPr>
          <p:cNvPr id="33" name="Shape 30">
            <a:extLst>
              <a:ext uri="{FF2B5EF4-FFF2-40B4-BE49-F238E27FC236}">
                <a16:creationId xmlns:a16="http://schemas.microsoft.com/office/drawing/2014/main" id="{04DCBFCD-276D-09B9-1EF0-EFED3CF7EC74}"/>
              </a:ext>
            </a:extLst>
          </p:cNvPr>
          <p:cNvSpPr/>
          <p:nvPr/>
        </p:nvSpPr>
        <p:spPr>
          <a:xfrm>
            <a:off x="87783" y="3127248"/>
            <a:ext cx="1261872" cy="1719072"/>
          </a:xfrm>
          <a:prstGeom prst="rect">
            <a:avLst/>
          </a:prstGeom>
          <a:solidFill>
            <a:srgbClr val="FFFFFF"/>
          </a:solidFill>
          <a:ln w="25400">
            <a:solidFill>
              <a:schemeClr val="bg1">
                <a:lumMod val="65000"/>
              </a:schemeClr>
            </a:solidFill>
            <a:prstDash val="solid"/>
          </a:ln>
        </p:spPr>
        <p:txBody>
          <a:bodyPr/>
          <a:lstStyle/>
          <a:p>
            <a:endParaRPr lang="en-US"/>
          </a:p>
        </p:txBody>
      </p:sp>
      <p:sp>
        <p:nvSpPr>
          <p:cNvPr id="34" name="Shape 31">
            <a:extLst>
              <a:ext uri="{FF2B5EF4-FFF2-40B4-BE49-F238E27FC236}">
                <a16:creationId xmlns:a16="http://schemas.microsoft.com/office/drawing/2014/main" id="{C62955FA-1B90-0F0F-F5A1-00B595EC84D9}"/>
              </a:ext>
            </a:extLst>
          </p:cNvPr>
          <p:cNvSpPr/>
          <p:nvPr/>
        </p:nvSpPr>
        <p:spPr>
          <a:xfrm>
            <a:off x="444399" y="3310128"/>
            <a:ext cx="548640" cy="548640"/>
          </a:xfrm>
          <a:prstGeom prst="ellipse">
            <a:avLst/>
          </a:prstGeom>
          <a:solidFill>
            <a:schemeClr val="bg1">
              <a:lumMod val="85000"/>
            </a:schemeClr>
          </a:solidFill>
          <a:ln/>
        </p:spPr>
        <p:txBody>
          <a:bodyPr/>
          <a:lstStyle/>
          <a:p>
            <a:endParaRPr lang="en-US"/>
          </a:p>
        </p:txBody>
      </p:sp>
      <p:pic>
        <p:nvPicPr>
          <p:cNvPr id="35" name="Image 1" descr="preencoded.png">
            <a:extLst>
              <a:ext uri="{FF2B5EF4-FFF2-40B4-BE49-F238E27FC236}">
                <a16:creationId xmlns:a16="http://schemas.microsoft.com/office/drawing/2014/main" id="{1F5BA9C7-9F62-0B54-5961-F1BAFB7DEF71}"/>
              </a:ext>
            </a:extLst>
          </p:cNvPr>
          <p:cNvPicPr>
            <a:picLocks noChangeAspect="1"/>
          </p:cNvPicPr>
          <p:nvPr/>
        </p:nvPicPr>
        <p:blipFill>
          <a:blip r:embed="rId4"/>
          <a:stretch>
            <a:fillRect/>
          </a:stretch>
        </p:blipFill>
        <p:spPr>
          <a:xfrm>
            <a:off x="517551" y="3383280"/>
            <a:ext cx="402336" cy="402336"/>
          </a:xfrm>
          <a:prstGeom prst="rect">
            <a:avLst/>
          </a:prstGeom>
        </p:spPr>
      </p:pic>
      <p:sp>
        <p:nvSpPr>
          <p:cNvPr id="36" name="Text 32">
            <a:extLst>
              <a:ext uri="{FF2B5EF4-FFF2-40B4-BE49-F238E27FC236}">
                <a16:creationId xmlns:a16="http://schemas.microsoft.com/office/drawing/2014/main" id="{F349537B-CF77-DA77-CEDE-BE5C9D81DF37}"/>
              </a:ext>
            </a:extLst>
          </p:cNvPr>
          <p:cNvSpPr/>
          <p:nvPr/>
        </p:nvSpPr>
        <p:spPr>
          <a:xfrm>
            <a:off x="160935" y="3950208"/>
            <a:ext cx="1115568" cy="822960"/>
          </a:xfrm>
          <a:prstGeom prst="rect">
            <a:avLst/>
          </a:prstGeom>
          <a:noFill/>
          <a:ln/>
        </p:spPr>
        <p:txBody>
          <a:bodyPr wrap="square" lIns="0" tIns="0" rIns="0" bIns="0" rtlCol="0" anchor="ctr"/>
          <a:lstStyle/>
          <a:p>
            <a:pPr marL="0" indent="0" algn="ctr">
              <a:buNone/>
            </a:pPr>
            <a:r>
              <a:rPr lang="en-US" sz="1000" b="1" dirty="0">
                <a:solidFill>
                  <a:srgbClr val="0D1B3E"/>
                </a:solidFill>
              </a:rPr>
              <a:t>Agent-delegation approach</a:t>
            </a:r>
            <a:endParaRPr lang="en-US" sz="1000" dirty="0"/>
          </a:p>
        </p:txBody>
      </p:sp>
      <p:pic>
        <p:nvPicPr>
          <p:cNvPr id="57" name="Image 0" descr="preencoded.png">
            <a:extLst>
              <a:ext uri="{FF2B5EF4-FFF2-40B4-BE49-F238E27FC236}">
                <a16:creationId xmlns:a16="http://schemas.microsoft.com/office/drawing/2014/main" id="{EB682019-176F-CCCC-41BF-4A92CF5A7726}"/>
              </a:ext>
            </a:extLst>
          </p:cNvPr>
          <p:cNvPicPr>
            <a:picLocks noChangeAspect="1"/>
          </p:cNvPicPr>
          <p:nvPr/>
        </p:nvPicPr>
        <p:blipFill>
          <a:blip r:embed="rId3"/>
          <a:stretch>
            <a:fillRect/>
          </a:stretch>
        </p:blipFill>
        <p:spPr>
          <a:xfrm>
            <a:off x="1510591" y="2116836"/>
            <a:ext cx="273710" cy="273710"/>
          </a:xfrm>
          <a:prstGeom prst="rect">
            <a:avLst/>
          </a:prstGeom>
        </p:spPr>
      </p:pic>
      <p:pic>
        <p:nvPicPr>
          <p:cNvPr id="58" name="Image 1" descr="preencoded.png">
            <a:extLst>
              <a:ext uri="{FF2B5EF4-FFF2-40B4-BE49-F238E27FC236}">
                <a16:creationId xmlns:a16="http://schemas.microsoft.com/office/drawing/2014/main" id="{9B94343E-C557-6694-B6FD-F6FA5395FC07}"/>
              </a:ext>
            </a:extLst>
          </p:cNvPr>
          <p:cNvPicPr>
            <a:picLocks noChangeAspect="1"/>
          </p:cNvPicPr>
          <p:nvPr/>
        </p:nvPicPr>
        <p:blipFill>
          <a:blip r:embed="rId4"/>
          <a:stretch>
            <a:fillRect/>
          </a:stretch>
        </p:blipFill>
        <p:spPr>
          <a:xfrm>
            <a:off x="1482854" y="2622956"/>
            <a:ext cx="329184" cy="329184"/>
          </a:xfrm>
          <a:prstGeom prst="rect">
            <a:avLst/>
          </a:prstGeom>
        </p:spPr>
      </p:pic>
      <p:sp>
        <p:nvSpPr>
          <p:cNvPr id="59" name="Text 37">
            <a:extLst>
              <a:ext uri="{FF2B5EF4-FFF2-40B4-BE49-F238E27FC236}">
                <a16:creationId xmlns:a16="http://schemas.microsoft.com/office/drawing/2014/main" id="{A646937E-226F-FEE7-A515-4999400636E4}"/>
              </a:ext>
            </a:extLst>
          </p:cNvPr>
          <p:cNvSpPr/>
          <p:nvPr/>
        </p:nvSpPr>
        <p:spPr>
          <a:xfrm>
            <a:off x="1940055" y="2088108"/>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Personal notes</a:t>
            </a:r>
          </a:p>
          <a:p>
            <a:pPr marL="171450" indent="-171450">
              <a:buFontTx/>
              <a:buChar char="-"/>
            </a:pPr>
            <a:r>
              <a:rPr lang="en-US" sz="950" dirty="0">
                <a:solidFill>
                  <a:srgbClr val="475569"/>
                </a:solidFill>
              </a:rPr>
              <a:t>Mental model</a:t>
            </a:r>
          </a:p>
          <a:p>
            <a:pPr marL="171450" indent="-171450">
              <a:buFontTx/>
              <a:buChar char="-"/>
            </a:pPr>
            <a:r>
              <a:rPr lang="en-US" sz="950" dirty="0">
                <a:solidFill>
                  <a:srgbClr val="475569"/>
                </a:solidFill>
              </a:rPr>
              <a:t>No structured output usually</a:t>
            </a:r>
            <a:endParaRPr lang="en-US" sz="950" dirty="0"/>
          </a:p>
        </p:txBody>
      </p:sp>
      <p:sp>
        <p:nvSpPr>
          <p:cNvPr id="60" name="Text 37">
            <a:extLst>
              <a:ext uri="{FF2B5EF4-FFF2-40B4-BE49-F238E27FC236}">
                <a16:creationId xmlns:a16="http://schemas.microsoft.com/office/drawing/2014/main" id="{D21C7F07-AB20-8DEF-A612-F6DA3D41B564}"/>
              </a:ext>
            </a:extLst>
          </p:cNvPr>
          <p:cNvSpPr/>
          <p:nvPr/>
        </p:nvSpPr>
        <p:spPr>
          <a:xfrm>
            <a:off x="1940054" y="2622956"/>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Usually does not help</a:t>
            </a:r>
            <a:endParaRPr lang="en-US" sz="950" dirty="0"/>
          </a:p>
        </p:txBody>
      </p:sp>
      <p:pic>
        <p:nvPicPr>
          <p:cNvPr id="61" name="Image 0" descr="preencoded.png">
            <a:extLst>
              <a:ext uri="{FF2B5EF4-FFF2-40B4-BE49-F238E27FC236}">
                <a16:creationId xmlns:a16="http://schemas.microsoft.com/office/drawing/2014/main" id="{63DC05F9-DA89-4EB4-4635-D5CFB90B1E6D}"/>
              </a:ext>
            </a:extLst>
          </p:cNvPr>
          <p:cNvPicPr>
            <a:picLocks noChangeAspect="1"/>
          </p:cNvPicPr>
          <p:nvPr/>
        </p:nvPicPr>
        <p:blipFill>
          <a:blip r:embed="rId3"/>
          <a:stretch>
            <a:fillRect/>
          </a:stretch>
        </p:blipFill>
        <p:spPr>
          <a:xfrm>
            <a:off x="4135222" y="2114703"/>
            <a:ext cx="273710" cy="273710"/>
          </a:xfrm>
          <a:prstGeom prst="rect">
            <a:avLst/>
          </a:prstGeom>
        </p:spPr>
      </p:pic>
      <p:pic>
        <p:nvPicPr>
          <p:cNvPr id="62" name="Image 1" descr="preencoded.png">
            <a:extLst>
              <a:ext uri="{FF2B5EF4-FFF2-40B4-BE49-F238E27FC236}">
                <a16:creationId xmlns:a16="http://schemas.microsoft.com/office/drawing/2014/main" id="{EFB038C2-3288-CA14-DC0A-3F49117DFEB2}"/>
              </a:ext>
            </a:extLst>
          </p:cNvPr>
          <p:cNvPicPr>
            <a:picLocks noChangeAspect="1"/>
          </p:cNvPicPr>
          <p:nvPr/>
        </p:nvPicPr>
        <p:blipFill>
          <a:blip r:embed="rId4"/>
          <a:stretch>
            <a:fillRect/>
          </a:stretch>
        </p:blipFill>
        <p:spPr>
          <a:xfrm>
            <a:off x="4107485" y="2620823"/>
            <a:ext cx="329184" cy="329184"/>
          </a:xfrm>
          <a:prstGeom prst="rect">
            <a:avLst/>
          </a:prstGeom>
        </p:spPr>
      </p:pic>
      <p:sp>
        <p:nvSpPr>
          <p:cNvPr id="63" name="Text 37">
            <a:extLst>
              <a:ext uri="{FF2B5EF4-FFF2-40B4-BE49-F238E27FC236}">
                <a16:creationId xmlns:a16="http://schemas.microsoft.com/office/drawing/2014/main" id="{E928546A-A2B1-08B2-E9D3-D6EEA26EA10A}"/>
              </a:ext>
            </a:extLst>
          </p:cNvPr>
          <p:cNvSpPr/>
          <p:nvPr/>
        </p:nvSpPr>
        <p:spPr>
          <a:xfrm>
            <a:off x="4573524" y="2085975"/>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Does most of the coding</a:t>
            </a:r>
            <a:endParaRPr lang="en-US" sz="950" dirty="0"/>
          </a:p>
        </p:txBody>
      </p:sp>
      <p:sp>
        <p:nvSpPr>
          <p:cNvPr id="64" name="Text 37">
            <a:extLst>
              <a:ext uri="{FF2B5EF4-FFF2-40B4-BE49-F238E27FC236}">
                <a16:creationId xmlns:a16="http://schemas.microsoft.com/office/drawing/2014/main" id="{AE4C2EB8-3CFC-EE27-0AF8-22107794F5F5}"/>
              </a:ext>
            </a:extLst>
          </p:cNvPr>
          <p:cNvSpPr/>
          <p:nvPr/>
        </p:nvSpPr>
        <p:spPr>
          <a:xfrm>
            <a:off x="4573523" y="2620823"/>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Agent may help vibe-coding</a:t>
            </a:r>
            <a:endParaRPr lang="en-US" sz="950" dirty="0"/>
          </a:p>
        </p:txBody>
      </p:sp>
      <p:pic>
        <p:nvPicPr>
          <p:cNvPr id="69" name="Image 0" descr="preencoded.png">
            <a:extLst>
              <a:ext uri="{FF2B5EF4-FFF2-40B4-BE49-F238E27FC236}">
                <a16:creationId xmlns:a16="http://schemas.microsoft.com/office/drawing/2014/main" id="{F0E16BA3-B1D7-65AB-6A74-B1F1372C0E96}"/>
              </a:ext>
            </a:extLst>
          </p:cNvPr>
          <p:cNvPicPr>
            <a:picLocks noChangeAspect="1"/>
          </p:cNvPicPr>
          <p:nvPr/>
        </p:nvPicPr>
        <p:blipFill>
          <a:blip r:embed="rId3"/>
          <a:stretch>
            <a:fillRect/>
          </a:stretch>
        </p:blipFill>
        <p:spPr>
          <a:xfrm>
            <a:off x="6754064" y="2093901"/>
            <a:ext cx="273710" cy="273710"/>
          </a:xfrm>
          <a:prstGeom prst="rect">
            <a:avLst/>
          </a:prstGeom>
        </p:spPr>
      </p:pic>
      <p:pic>
        <p:nvPicPr>
          <p:cNvPr id="70" name="Image 1" descr="preencoded.png">
            <a:extLst>
              <a:ext uri="{FF2B5EF4-FFF2-40B4-BE49-F238E27FC236}">
                <a16:creationId xmlns:a16="http://schemas.microsoft.com/office/drawing/2014/main" id="{ABEAF58F-0BAF-08DB-2EEC-9C6CF8F7538E}"/>
              </a:ext>
            </a:extLst>
          </p:cNvPr>
          <p:cNvPicPr>
            <a:picLocks noChangeAspect="1"/>
          </p:cNvPicPr>
          <p:nvPr/>
        </p:nvPicPr>
        <p:blipFill>
          <a:blip r:embed="rId4"/>
          <a:stretch>
            <a:fillRect/>
          </a:stretch>
        </p:blipFill>
        <p:spPr>
          <a:xfrm>
            <a:off x="6726327" y="2600021"/>
            <a:ext cx="329184" cy="329184"/>
          </a:xfrm>
          <a:prstGeom prst="rect">
            <a:avLst/>
          </a:prstGeom>
        </p:spPr>
      </p:pic>
      <p:sp>
        <p:nvSpPr>
          <p:cNvPr id="71" name="Text 37">
            <a:extLst>
              <a:ext uri="{FF2B5EF4-FFF2-40B4-BE49-F238E27FC236}">
                <a16:creationId xmlns:a16="http://schemas.microsoft.com/office/drawing/2014/main" id="{EA8DBC1E-765A-FA3C-4938-1961F683D735}"/>
              </a:ext>
            </a:extLst>
          </p:cNvPr>
          <p:cNvSpPr/>
          <p:nvPr/>
        </p:nvSpPr>
        <p:spPr>
          <a:xfrm>
            <a:off x="7192366" y="2065173"/>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Team review tests and code manually.</a:t>
            </a:r>
            <a:endParaRPr lang="en-US" sz="950" dirty="0"/>
          </a:p>
        </p:txBody>
      </p:sp>
      <p:sp>
        <p:nvSpPr>
          <p:cNvPr id="72" name="Text 37">
            <a:extLst>
              <a:ext uri="{FF2B5EF4-FFF2-40B4-BE49-F238E27FC236}">
                <a16:creationId xmlns:a16="http://schemas.microsoft.com/office/drawing/2014/main" id="{C9398C40-60A6-7688-9F2C-4C7DDE4C810A}"/>
              </a:ext>
            </a:extLst>
          </p:cNvPr>
          <p:cNvSpPr/>
          <p:nvPr/>
        </p:nvSpPr>
        <p:spPr>
          <a:xfrm>
            <a:off x="7192365" y="2600021"/>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Optional: use agent reviewer</a:t>
            </a:r>
            <a:endParaRPr lang="en-US" sz="950" dirty="0"/>
          </a:p>
        </p:txBody>
      </p:sp>
      <p:sp>
        <p:nvSpPr>
          <p:cNvPr id="90" name="TextBox 89">
            <a:extLst>
              <a:ext uri="{FF2B5EF4-FFF2-40B4-BE49-F238E27FC236}">
                <a16:creationId xmlns:a16="http://schemas.microsoft.com/office/drawing/2014/main" id="{16DF80E5-7E96-F8D5-106A-D645DBF297B2}"/>
              </a:ext>
            </a:extLst>
          </p:cNvPr>
          <p:cNvSpPr txBox="1"/>
          <p:nvPr/>
        </p:nvSpPr>
        <p:spPr>
          <a:xfrm>
            <a:off x="8030178" y="615886"/>
            <a:ext cx="1029128" cy="276999"/>
          </a:xfrm>
          <a:prstGeom prst="rect">
            <a:avLst/>
          </a:prstGeom>
          <a:noFill/>
        </p:spPr>
        <p:txBody>
          <a:bodyPr wrap="none" rtlCol="0">
            <a:spAutoFit/>
          </a:bodyPr>
          <a:lstStyle/>
          <a:p>
            <a:r>
              <a:rPr lang="en-US" sz="1200" dirty="0"/>
              <a:t>Parallelizable</a:t>
            </a:r>
          </a:p>
        </p:txBody>
      </p:sp>
      <p:grpSp>
        <p:nvGrpSpPr>
          <p:cNvPr id="66" name="Group 65">
            <a:extLst>
              <a:ext uri="{FF2B5EF4-FFF2-40B4-BE49-F238E27FC236}">
                <a16:creationId xmlns:a16="http://schemas.microsoft.com/office/drawing/2014/main" id="{9DF4DC8A-C2D1-A8F0-EB07-5801676A1BAF}"/>
              </a:ext>
            </a:extLst>
          </p:cNvPr>
          <p:cNvGrpSpPr/>
          <p:nvPr/>
        </p:nvGrpSpPr>
        <p:grpSpPr>
          <a:xfrm>
            <a:off x="7673513" y="289581"/>
            <a:ext cx="297788" cy="185499"/>
            <a:chOff x="6824530" y="429920"/>
            <a:chExt cx="297788" cy="185499"/>
          </a:xfrm>
        </p:grpSpPr>
        <p:sp>
          <p:nvSpPr>
            <p:cNvPr id="6" name="Flowchart: Manual Operation 5">
              <a:extLst>
                <a:ext uri="{FF2B5EF4-FFF2-40B4-BE49-F238E27FC236}">
                  <a16:creationId xmlns:a16="http://schemas.microsoft.com/office/drawing/2014/main" id="{262FAF71-E83F-97EF-45C6-70F068E6528C}"/>
                </a:ext>
              </a:extLst>
            </p:cNvPr>
            <p:cNvSpPr/>
            <p:nvPr/>
          </p:nvSpPr>
          <p:spPr>
            <a:xfrm rot="5400000">
              <a:off x="6957971" y="451072"/>
              <a:ext cx="185015" cy="143679"/>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Flowchart: Manual Operation 6">
              <a:extLst>
                <a:ext uri="{FF2B5EF4-FFF2-40B4-BE49-F238E27FC236}">
                  <a16:creationId xmlns:a16="http://schemas.microsoft.com/office/drawing/2014/main" id="{94CA7210-58C9-1E1B-38BE-C04CA2F831FC}"/>
                </a:ext>
              </a:extLst>
            </p:cNvPr>
            <p:cNvSpPr/>
            <p:nvPr/>
          </p:nvSpPr>
          <p:spPr>
            <a:xfrm rot="16200000">
              <a:off x="6803862" y="450588"/>
              <a:ext cx="185016" cy="143680"/>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C8781F6-98A7-8385-DFCD-8FFDC98222CC}"/>
                </a:ext>
              </a:extLst>
            </p:cNvPr>
            <p:cNvSpPr/>
            <p:nvPr/>
          </p:nvSpPr>
          <p:spPr>
            <a:xfrm>
              <a:off x="6960351" y="50919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3C901DA-95E7-BC35-7CCA-A3B4449B719A}"/>
                </a:ext>
              </a:extLst>
            </p:cNvPr>
            <p:cNvSpPr/>
            <p:nvPr/>
          </p:nvSpPr>
          <p:spPr>
            <a:xfrm>
              <a:off x="6897513" y="48247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B6E9D04-8BAF-8538-86F4-9A02C9F8A313}"/>
                </a:ext>
              </a:extLst>
            </p:cNvPr>
            <p:cNvSpPr/>
            <p:nvPr/>
          </p:nvSpPr>
          <p:spPr>
            <a:xfrm>
              <a:off x="6897513" y="535235"/>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FA68056-8105-0D60-26EF-4C970A1CF7B2}"/>
                </a:ext>
              </a:extLst>
            </p:cNvPr>
            <p:cNvSpPr/>
            <p:nvPr/>
          </p:nvSpPr>
          <p:spPr>
            <a:xfrm>
              <a:off x="6840342" y="55888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76B025F-1382-CCA4-7981-B4247A756ACA}"/>
                </a:ext>
              </a:extLst>
            </p:cNvPr>
            <p:cNvSpPr/>
            <p:nvPr/>
          </p:nvSpPr>
          <p:spPr>
            <a:xfrm>
              <a:off x="6838065" y="50552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5864F6BC-6D00-D2BF-DB77-C23F8A294C43}"/>
                </a:ext>
              </a:extLst>
            </p:cNvPr>
            <p:cNvSpPr/>
            <p:nvPr/>
          </p:nvSpPr>
          <p:spPr>
            <a:xfrm>
              <a:off x="6837357" y="45395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39C66FE-BAEB-E578-AF35-8D6426A5CF49}"/>
                </a:ext>
              </a:extLst>
            </p:cNvPr>
            <p:cNvSpPr/>
            <p:nvPr/>
          </p:nvSpPr>
          <p:spPr>
            <a:xfrm>
              <a:off x="7017460"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AE37740-9E43-D7D1-4D3B-A1B476BA34F2}"/>
                </a:ext>
              </a:extLst>
            </p:cNvPr>
            <p:cNvSpPr/>
            <p:nvPr/>
          </p:nvSpPr>
          <p:spPr>
            <a:xfrm>
              <a:off x="7076277"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C3BBD2DF-D755-D0FB-EFB4-E5ADCD5D7489}"/>
              </a:ext>
            </a:extLst>
          </p:cNvPr>
          <p:cNvGrpSpPr/>
          <p:nvPr/>
        </p:nvGrpSpPr>
        <p:grpSpPr>
          <a:xfrm>
            <a:off x="7692505" y="731842"/>
            <a:ext cx="298780" cy="80963"/>
            <a:chOff x="6986960" y="686403"/>
            <a:chExt cx="298780" cy="80963"/>
          </a:xfrm>
        </p:grpSpPr>
        <p:cxnSp>
          <p:nvCxnSpPr>
            <p:cNvPr id="87" name="Straight Arrow Connector 86">
              <a:extLst>
                <a:ext uri="{FF2B5EF4-FFF2-40B4-BE49-F238E27FC236}">
                  <a16:creationId xmlns:a16="http://schemas.microsoft.com/office/drawing/2014/main" id="{0BB7D765-D4F2-1123-F837-051FF1D75293}"/>
                </a:ext>
              </a:extLst>
            </p:cNvPr>
            <p:cNvCxnSpPr>
              <a:cxnSpLocks/>
            </p:cNvCxnSpPr>
            <p:nvPr/>
          </p:nvCxnSpPr>
          <p:spPr>
            <a:xfrm>
              <a:off x="6986960" y="686403"/>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05DCB8C-5DA3-EB2E-ABF8-462ACCA4A224}"/>
                </a:ext>
              </a:extLst>
            </p:cNvPr>
            <p:cNvCxnSpPr>
              <a:cxnSpLocks/>
            </p:cNvCxnSpPr>
            <p:nvPr/>
          </p:nvCxnSpPr>
          <p:spPr>
            <a:xfrm>
              <a:off x="6987951" y="767366"/>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94" name="TextBox 93">
            <a:extLst>
              <a:ext uri="{FF2B5EF4-FFF2-40B4-BE49-F238E27FC236}">
                <a16:creationId xmlns:a16="http://schemas.microsoft.com/office/drawing/2014/main" id="{8A0216F1-C1DF-0313-C54C-117B04164315}"/>
              </a:ext>
            </a:extLst>
          </p:cNvPr>
          <p:cNvSpPr txBox="1"/>
          <p:nvPr/>
        </p:nvSpPr>
        <p:spPr>
          <a:xfrm>
            <a:off x="8042909" y="246457"/>
            <a:ext cx="855747" cy="276999"/>
          </a:xfrm>
          <a:prstGeom prst="rect">
            <a:avLst/>
          </a:prstGeom>
          <a:noFill/>
        </p:spPr>
        <p:txBody>
          <a:bodyPr wrap="none" rtlCol="0">
            <a:spAutoFit/>
          </a:bodyPr>
          <a:lstStyle/>
          <a:p>
            <a:r>
              <a:rPr lang="en-US" sz="1200" dirty="0"/>
              <a:t>Bottleneck</a:t>
            </a:r>
          </a:p>
        </p:txBody>
      </p:sp>
      <p:grpSp>
        <p:nvGrpSpPr>
          <p:cNvPr id="95" name="Group 94">
            <a:extLst>
              <a:ext uri="{FF2B5EF4-FFF2-40B4-BE49-F238E27FC236}">
                <a16:creationId xmlns:a16="http://schemas.microsoft.com/office/drawing/2014/main" id="{34602B25-8D47-B2A8-202D-8774E1DFE57F}"/>
              </a:ext>
            </a:extLst>
          </p:cNvPr>
          <p:cNvGrpSpPr/>
          <p:nvPr/>
        </p:nvGrpSpPr>
        <p:grpSpPr>
          <a:xfrm>
            <a:off x="4245541" y="1611691"/>
            <a:ext cx="297788" cy="185499"/>
            <a:chOff x="6824530" y="429920"/>
            <a:chExt cx="297788" cy="185499"/>
          </a:xfrm>
        </p:grpSpPr>
        <p:sp>
          <p:nvSpPr>
            <p:cNvPr id="96" name="Flowchart: Manual Operation 95">
              <a:extLst>
                <a:ext uri="{FF2B5EF4-FFF2-40B4-BE49-F238E27FC236}">
                  <a16:creationId xmlns:a16="http://schemas.microsoft.com/office/drawing/2014/main" id="{6C242703-B4F4-011E-A1F7-6CDFB331C0D9}"/>
                </a:ext>
              </a:extLst>
            </p:cNvPr>
            <p:cNvSpPr/>
            <p:nvPr/>
          </p:nvSpPr>
          <p:spPr>
            <a:xfrm rot="5400000">
              <a:off x="6957971" y="451072"/>
              <a:ext cx="185015" cy="143679"/>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7" name="Flowchart: Manual Operation 96">
              <a:extLst>
                <a:ext uri="{FF2B5EF4-FFF2-40B4-BE49-F238E27FC236}">
                  <a16:creationId xmlns:a16="http://schemas.microsoft.com/office/drawing/2014/main" id="{A4333A9B-5A18-ADEF-4A07-D7621BF11BD4}"/>
                </a:ext>
              </a:extLst>
            </p:cNvPr>
            <p:cNvSpPr/>
            <p:nvPr/>
          </p:nvSpPr>
          <p:spPr>
            <a:xfrm rot="16200000">
              <a:off x="6803862" y="450588"/>
              <a:ext cx="185016" cy="143680"/>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46006BEB-D6E3-B47A-4CC4-BA8FE4739337}"/>
                </a:ext>
              </a:extLst>
            </p:cNvPr>
            <p:cNvSpPr/>
            <p:nvPr/>
          </p:nvSpPr>
          <p:spPr>
            <a:xfrm>
              <a:off x="6960351" y="50919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ED28C65D-B0BC-DB78-7531-6BD5CB5D7293}"/>
                </a:ext>
              </a:extLst>
            </p:cNvPr>
            <p:cNvSpPr/>
            <p:nvPr/>
          </p:nvSpPr>
          <p:spPr>
            <a:xfrm>
              <a:off x="6897513" y="48247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C5C1C78E-B39E-4E70-1F6F-ECC5D7CC8B6A}"/>
                </a:ext>
              </a:extLst>
            </p:cNvPr>
            <p:cNvSpPr/>
            <p:nvPr/>
          </p:nvSpPr>
          <p:spPr>
            <a:xfrm>
              <a:off x="6897513" y="535235"/>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F8C67C41-B21E-9C18-B41E-C4FC47F64543}"/>
                </a:ext>
              </a:extLst>
            </p:cNvPr>
            <p:cNvSpPr/>
            <p:nvPr/>
          </p:nvSpPr>
          <p:spPr>
            <a:xfrm>
              <a:off x="6840342" y="55888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B78E054-F5C3-0D13-BD3C-5E81E128EFBE}"/>
                </a:ext>
              </a:extLst>
            </p:cNvPr>
            <p:cNvSpPr/>
            <p:nvPr/>
          </p:nvSpPr>
          <p:spPr>
            <a:xfrm>
              <a:off x="6838065" y="50552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34E9D27C-C1F2-97E4-D3B3-63E53AC26642}"/>
                </a:ext>
              </a:extLst>
            </p:cNvPr>
            <p:cNvSpPr/>
            <p:nvPr/>
          </p:nvSpPr>
          <p:spPr>
            <a:xfrm>
              <a:off x="6837357" y="45395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71DCE57-0CA9-43F8-21E1-CD262800C290}"/>
                </a:ext>
              </a:extLst>
            </p:cNvPr>
            <p:cNvSpPr/>
            <p:nvPr/>
          </p:nvSpPr>
          <p:spPr>
            <a:xfrm>
              <a:off x="7017460"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CEA4579-E667-CA81-1709-8D34340AA8C4}"/>
                </a:ext>
              </a:extLst>
            </p:cNvPr>
            <p:cNvSpPr/>
            <p:nvPr/>
          </p:nvSpPr>
          <p:spPr>
            <a:xfrm>
              <a:off x="7076277"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 28">
            <a:extLst>
              <a:ext uri="{FF2B5EF4-FFF2-40B4-BE49-F238E27FC236}">
                <a16:creationId xmlns:a16="http://schemas.microsoft.com/office/drawing/2014/main" id="{847C7CEF-9AA2-FEDD-1E70-0F03FEEEFB2E}"/>
              </a:ext>
            </a:extLst>
          </p:cNvPr>
          <p:cNvSpPr/>
          <p:nvPr/>
        </p:nvSpPr>
        <p:spPr>
          <a:xfrm>
            <a:off x="396052" y="736296"/>
            <a:ext cx="3959048" cy="188228"/>
          </a:xfrm>
          <a:prstGeom prst="rect">
            <a:avLst/>
          </a:prstGeom>
          <a:noFill/>
          <a:ln/>
        </p:spPr>
        <p:txBody>
          <a:bodyPr wrap="square" lIns="0" tIns="0" rIns="0" bIns="0" rtlCol="0" anchor="ctr"/>
          <a:lstStyle/>
          <a:p>
            <a:r>
              <a:rPr lang="en-US" sz="1000" i="1" dirty="0"/>
              <a:t>Estimated times are human-time spent.</a:t>
            </a:r>
          </a:p>
        </p:txBody>
      </p:sp>
      <p:sp>
        <p:nvSpPr>
          <p:cNvPr id="11" name="Text 2">
            <a:extLst>
              <a:ext uri="{FF2B5EF4-FFF2-40B4-BE49-F238E27FC236}">
                <a16:creationId xmlns:a16="http://schemas.microsoft.com/office/drawing/2014/main" id="{C1FF4978-5BE3-88F8-C1A3-48B84FF04F44}"/>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Comparing approaches</a:t>
            </a:r>
            <a:endParaRPr lang="en-US" sz="3600" b="1" dirty="0"/>
          </a:p>
        </p:txBody>
      </p:sp>
      <p:sp>
        <p:nvSpPr>
          <p:cNvPr id="3" name="Shape 33">
            <a:extLst>
              <a:ext uri="{FF2B5EF4-FFF2-40B4-BE49-F238E27FC236}">
                <a16:creationId xmlns:a16="http://schemas.microsoft.com/office/drawing/2014/main" id="{23350647-FC0A-507F-F64B-88B0A82FF882}"/>
              </a:ext>
            </a:extLst>
          </p:cNvPr>
          <p:cNvSpPr/>
          <p:nvPr/>
        </p:nvSpPr>
        <p:spPr>
          <a:xfrm>
            <a:off x="1441095" y="3127248"/>
            <a:ext cx="2487168" cy="1719072"/>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4" name="Shape 34">
            <a:extLst>
              <a:ext uri="{FF2B5EF4-FFF2-40B4-BE49-F238E27FC236}">
                <a16:creationId xmlns:a16="http://schemas.microsoft.com/office/drawing/2014/main" id="{722524A6-92A6-FD85-B10C-4DB292C17856}"/>
              </a:ext>
            </a:extLst>
          </p:cNvPr>
          <p:cNvSpPr/>
          <p:nvPr/>
        </p:nvSpPr>
        <p:spPr>
          <a:xfrm>
            <a:off x="1441095" y="3127248"/>
            <a:ext cx="2487168" cy="36576"/>
          </a:xfrm>
          <a:prstGeom prst="rect">
            <a:avLst/>
          </a:prstGeom>
          <a:solidFill>
            <a:srgbClr val="F5820A"/>
          </a:solidFill>
          <a:ln/>
        </p:spPr>
        <p:txBody>
          <a:bodyPr/>
          <a:lstStyle/>
          <a:p>
            <a:endParaRPr lang="en-US"/>
          </a:p>
        </p:txBody>
      </p:sp>
      <p:sp>
        <p:nvSpPr>
          <p:cNvPr id="9" name="Shape 35">
            <a:extLst>
              <a:ext uri="{FF2B5EF4-FFF2-40B4-BE49-F238E27FC236}">
                <a16:creationId xmlns:a16="http://schemas.microsoft.com/office/drawing/2014/main" id="{28C6CE6D-3CC4-9894-88D7-1E2E5F7F17B0}"/>
              </a:ext>
            </a:extLst>
          </p:cNvPr>
          <p:cNvSpPr/>
          <p:nvPr/>
        </p:nvSpPr>
        <p:spPr>
          <a:xfrm>
            <a:off x="1569111" y="3218688"/>
            <a:ext cx="2231136" cy="347472"/>
          </a:xfrm>
          <a:prstGeom prst="rect">
            <a:avLst/>
          </a:prstGeom>
          <a:solidFill>
            <a:srgbClr val="F5820A">
              <a:alpha val="15000"/>
            </a:srgbClr>
          </a:solidFill>
          <a:ln w="12700">
            <a:solidFill>
              <a:srgbClr val="F5820A"/>
            </a:solidFill>
            <a:prstDash val="solid"/>
          </a:ln>
        </p:spPr>
        <p:txBody>
          <a:bodyPr/>
          <a:lstStyle/>
          <a:p>
            <a:endParaRPr lang="en-US"/>
          </a:p>
        </p:txBody>
      </p:sp>
      <p:sp>
        <p:nvSpPr>
          <p:cNvPr id="13" name="Text 36">
            <a:extLst>
              <a:ext uri="{FF2B5EF4-FFF2-40B4-BE49-F238E27FC236}">
                <a16:creationId xmlns:a16="http://schemas.microsoft.com/office/drawing/2014/main" id="{DDC92EDD-C3B9-80BF-2A8C-4660A13BE3EC}"/>
              </a:ext>
            </a:extLst>
          </p:cNvPr>
          <p:cNvSpPr/>
          <p:nvPr/>
        </p:nvSpPr>
        <p:spPr>
          <a:xfrm>
            <a:off x="1569111" y="3218688"/>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5–20 min</a:t>
            </a:r>
            <a:endParaRPr lang="en-US" sz="1100" dirty="0"/>
          </a:p>
        </p:txBody>
      </p:sp>
      <p:sp>
        <p:nvSpPr>
          <p:cNvPr id="27" name="Shape 38">
            <a:extLst>
              <a:ext uri="{FF2B5EF4-FFF2-40B4-BE49-F238E27FC236}">
                <a16:creationId xmlns:a16="http://schemas.microsoft.com/office/drawing/2014/main" id="{F7252DB2-B082-37E7-441A-D5DD56390243}"/>
              </a:ext>
            </a:extLst>
          </p:cNvPr>
          <p:cNvSpPr/>
          <p:nvPr/>
        </p:nvSpPr>
        <p:spPr>
          <a:xfrm>
            <a:off x="4019703" y="3127248"/>
            <a:ext cx="2487168" cy="1719072"/>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32" name="Shape 39">
            <a:extLst>
              <a:ext uri="{FF2B5EF4-FFF2-40B4-BE49-F238E27FC236}">
                <a16:creationId xmlns:a16="http://schemas.microsoft.com/office/drawing/2014/main" id="{39191245-AF1E-AC05-17E3-58335160561F}"/>
              </a:ext>
            </a:extLst>
          </p:cNvPr>
          <p:cNvSpPr/>
          <p:nvPr/>
        </p:nvSpPr>
        <p:spPr>
          <a:xfrm>
            <a:off x="4019703" y="3127248"/>
            <a:ext cx="2487168" cy="36576"/>
          </a:xfrm>
          <a:prstGeom prst="rect">
            <a:avLst/>
          </a:prstGeom>
          <a:solidFill>
            <a:srgbClr val="00A4BD"/>
          </a:solidFill>
          <a:ln/>
        </p:spPr>
        <p:txBody>
          <a:bodyPr/>
          <a:lstStyle/>
          <a:p>
            <a:endParaRPr lang="en-US"/>
          </a:p>
        </p:txBody>
      </p:sp>
      <p:sp>
        <p:nvSpPr>
          <p:cNvPr id="37" name="Shape 40">
            <a:extLst>
              <a:ext uri="{FF2B5EF4-FFF2-40B4-BE49-F238E27FC236}">
                <a16:creationId xmlns:a16="http://schemas.microsoft.com/office/drawing/2014/main" id="{B06C3F5E-88B5-9375-F51D-DBEAE7BBC4D8}"/>
              </a:ext>
            </a:extLst>
          </p:cNvPr>
          <p:cNvSpPr/>
          <p:nvPr/>
        </p:nvSpPr>
        <p:spPr>
          <a:xfrm>
            <a:off x="4147719" y="3218688"/>
            <a:ext cx="2231136" cy="347472"/>
          </a:xfrm>
          <a:prstGeom prst="rect">
            <a:avLst/>
          </a:prstGeom>
          <a:solidFill>
            <a:srgbClr val="00A4BD">
              <a:alpha val="15000"/>
            </a:srgbClr>
          </a:solidFill>
          <a:ln w="12700">
            <a:solidFill>
              <a:srgbClr val="00A4BD"/>
            </a:solidFill>
            <a:prstDash val="solid"/>
          </a:ln>
        </p:spPr>
        <p:txBody>
          <a:bodyPr/>
          <a:lstStyle/>
          <a:p>
            <a:endParaRPr lang="en-US"/>
          </a:p>
        </p:txBody>
      </p:sp>
      <p:sp>
        <p:nvSpPr>
          <p:cNvPr id="38" name="Text 41">
            <a:extLst>
              <a:ext uri="{FF2B5EF4-FFF2-40B4-BE49-F238E27FC236}">
                <a16:creationId xmlns:a16="http://schemas.microsoft.com/office/drawing/2014/main" id="{D9B591BE-59A1-A751-90B2-284C1D18F13B}"/>
              </a:ext>
            </a:extLst>
          </p:cNvPr>
          <p:cNvSpPr/>
          <p:nvPr/>
        </p:nvSpPr>
        <p:spPr>
          <a:xfrm>
            <a:off x="4147719" y="3218688"/>
            <a:ext cx="2231136" cy="347472"/>
          </a:xfrm>
          <a:prstGeom prst="rect">
            <a:avLst/>
          </a:prstGeom>
          <a:noFill/>
          <a:ln/>
        </p:spPr>
        <p:txBody>
          <a:bodyPr wrap="square" lIns="0" tIns="0" rIns="0" bIns="0" rtlCol="0" anchor="ctr"/>
          <a:lstStyle/>
          <a:p>
            <a:pPr algn="ctr"/>
            <a:r>
              <a:rPr lang="en-US" sz="1100" b="1" dirty="0">
                <a:solidFill>
                  <a:srgbClr val="0D1B3E"/>
                </a:solidFill>
              </a:rPr>
              <a:t>0.5–2 </a:t>
            </a:r>
            <a:r>
              <a:rPr lang="en-US" sz="1100" b="1" dirty="0" err="1">
                <a:solidFill>
                  <a:srgbClr val="0D1B3E"/>
                </a:solidFill>
              </a:rPr>
              <a:t>hr</a:t>
            </a:r>
            <a:endParaRPr lang="en-US" sz="1100" dirty="0"/>
          </a:p>
        </p:txBody>
      </p:sp>
      <p:sp>
        <p:nvSpPr>
          <p:cNvPr id="39" name="Shape 43">
            <a:extLst>
              <a:ext uri="{FF2B5EF4-FFF2-40B4-BE49-F238E27FC236}">
                <a16:creationId xmlns:a16="http://schemas.microsoft.com/office/drawing/2014/main" id="{D2CB18A8-3D2F-282F-3E96-BBDF8E42EA29}"/>
              </a:ext>
            </a:extLst>
          </p:cNvPr>
          <p:cNvSpPr/>
          <p:nvPr/>
        </p:nvSpPr>
        <p:spPr>
          <a:xfrm>
            <a:off x="6598311" y="3127248"/>
            <a:ext cx="2487168" cy="1719072"/>
          </a:xfrm>
          <a:prstGeom prst="rect">
            <a:avLst/>
          </a:prstGeom>
          <a:solidFill>
            <a:srgbClr val="FFFFFF"/>
          </a:solidFill>
          <a:ln w="12700">
            <a:solidFill>
              <a:srgbClr val="E2E8F2"/>
            </a:solidFill>
            <a:prstDash val="solid"/>
          </a:ln>
          <a:effectLst>
            <a:outerShdw blurRad="50800" dist="25400" dir="8100000" algn="bl" rotWithShape="0">
              <a:srgbClr val="94A3B8">
                <a:alpha val="18000"/>
              </a:srgbClr>
            </a:outerShdw>
          </a:effectLst>
        </p:spPr>
        <p:txBody>
          <a:bodyPr/>
          <a:lstStyle/>
          <a:p>
            <a:endParaRPr lang="en-US"/>
          </a:p>
        </p:txBody>
      </p:sp>
      <p:sp>
        <p:nvSpPr>
          <p:cNvPr id="40" name="Shape 44">
            <a:extLst>
              <a:ext uri="{FF2B5EF4-FFF2-40B4-BE49-F238E27FC236}">
                <a16:creationId xmlns:a16="http://schemas.microsoft.com/office/drawing/2014/main" id="{72F1DD20-CFE3-CA77-9D28-12C18CD8DCC4}"/>
              </a:ext>
            </a:extLst>
          </p:cNvPr>
          <p:cNvSpPr/>
          <p:nvPr/>
        </p:nvSpPr>
        <p:spPr>
          <a:xfrm>
            <a:off x="6598311" y="3127248"/>
            <a:ext cx="2487168" cy="36576"/>
          </a:xfrm>
          <a:prstGeom prst="rect">
            <a:avLst/>
          </a:prstGeom>
          <a:solidFill>
            <a:srgbClr val="1A3A7A"/>
          </a:solidFill>
          <a:ln/>
        </p:spPr>
        <p:txBody>
          <a:bodyPr/>
          <a:lstStyle/>
          <a:p>
            <a:endParaRPr lang="en-US"/>
          </a:p>
        </p:txBody>
      </p:sp>
      <p:sp>
        <p:nvSpPr>
          <p:cNvPr id="42" name="Shape 45">
            <a:extLst>
              <a:ext uri="{FF2B5EF4-FFF2-40B4-BE49-F238E27FC236}">
                <a16:creationId xmlns:a16="http://schemas.microsoft.com/office/drawing/2014/main" id="{5DE7A6F0-2CE1-8820-D27E-23FC1C3FCED0}"/>
              </a:ext>
            </a:extLst>
          </p:cNvPr>
          <p:cNvSpPr/>
          <p:nvPr/>
        </p:nvSpPr>
        <p:spPr>
          <a:xfrm>
            <a:off x="6726327" y="3218688"/>
            <a:ext cx="2231136" cy="347472"/>
          </a:xfrm>
          <a:prstGeom prst="rect">
            <a:avLst/>
          </a:prstGeom>
          <a:solidFill>
            <a:srgbClr val="1A3A7A">
              <a:alpha val="15000"/>
            </a:srgbClr>
          </a:solidFill>
          <a:ln w="12700">
            <a:solidFill>
              <a:srgbClr val="1A3A7A"/>
            </a:solidFill>
            <a:prstDash val="solid"/>
          </a:ln>
        </p:spPr>
        <p:txBody>
          <a:bodyPr/>
          <a:lstStyle/>
          <a:p>
            <a:endParaRPr lang="en-US"/>
          </a:p>
        </p:txBody>
      </p:sp>
      <p:sp>
        <p:nvSpPr>
          <p:cNvPr id="43" name="Text 46">
            <a:extLst>
              <a:ext uri="{FF2B5EF4-FFF2-40B4-BE49-F238E27FC236}">
                <a16:creationId xmlns:a16="http://schemas.microsoft.com/office/drawing/2014/main" id="{1A33C2ED-32F1-A53D-4934-86B8858BC1D4}"/>
              </a:ext>
            </a:extLst>
          </p:cNvPr>
          <p:cNvSpPr/>
          <p:nvPr/>
        </p:nvSpPr>
        <p:spPr>
          <a:xfrm>
            <a:off x="6726327" y="3218688"/>
            <a:ext cx="2231136" cy="347472"/>
          </a:xfrm>
          <a:prstGeom prst="rect">
            <a:avLst/>
          </a:prstGeom>
          <a:noFill/>
          <a:ln/>
        </p:spPr>
        <p:txBody>
          <a:bodyPr wrap="square" lIns="0" tIns="0" rIns="0" bIns="0" rtlCol="0" anchor="ctr"/>
          <a:lstStyle/>
          <a:p>
            <a:pPr marL="0" indent="0" algn="ctr">
              <a:buNone/>
            </a:pPr>
            <a:r>
              <a:rPr lang="en-US" sz="1100" b="1" dirty="0">
                <a:solidFill>
                  <a:srgbClr val="0D1B3E"/>
                </a:solidFill>
              </a:rPr>
              <a:t>15–60 min</a:t>
            </a:r>
            <a:endParaRPr lang="en-US" sz="1100" dirty="0"/>
          </a:p>
        </p:txBody>
      </p:sp>
      <p:pic>
        <p:nvPicPr>
          <p:cNvPr id="44" name="Image 0" descr="preencoded.png">
            <a:extLst>
              <a:ext uri="{FF2B5EF4-FFF2-40B4-BE49-F238E27FC236}">
                <a16:creationId xmlns:a16="http://schemas.microsoft.com/office/drawing/2014/main" id="{9962BC33-EDDF-70D4-B0DF-52CF98C1D7F4}"/>
              </a:ext>
            </a:extLst>
          </p:cNvPr>
          <p:cNvPicPr>
            <a:picLocks noChangeAspect="1"/>
          </p:cNvPicPr>
          <p:nvPr/>
        </p:nvPicPr>
        <p:blipFill>
          <a:blip r:embed="rId3"/>
          <a:stretch>
            <a:fillRect/>
          </a:stretch>
        </p:blipFill>
        <p:spPr>
          <a:xfrm>
            <a:off x="1543507" y="3721913"/>
            <a:ext cx="273710" cy="273710"/>
          </a:xfrm>
          <a:prstGeom prst="rect">
            <a:avLst/>
          </a:prstGeom>
        </p:spPr>
      </p:pic>
      <p:pic>
        <p:nvPicPr>
          <p:cNvPr id="45" name="Image 1" descr="preencoded.png">
            <a:extLst>
              <a:ext uri="{FF2B5EF4-FFF2-40B4-BE49-F238E27FC236}">
                <a16:creationId xmlns:a16="http://schemas.microsoft.com/office/drawing/2014/main" id="{F8DF33CF-2489-5AB2-971E-BCDEE262CAC4}"/>
              </a:ext>
            </a:extLst>
          </p:cNvPr>
          <p:cNvPicPr>
            <a:picLocks noChangeAspect="1"/>
          </p:cNvPicPr>
          <p:nvPr/>
        </p:nvPicPr>
        <p:blipFill>
          <a:blip r:embed="rId4"/>
          <a:stretch>
            <a:fillRect/>
          </a:stretch>
        </p:blipFill>
        <p:spPr>
          <a:xfrm>
            <a:off x="1515770" y="4309568"/>
            <a:ext cx="329184" cy="329184"/>
          </a:xfrm>
          <a:prstGeom prst="rect">
            <a:avLst/>
          </a:prstGeom>
        </p:spPr>
      </p:pic>
      <p:sp>
        <p:nvSpPr>
          <p:cNvPr id="47" name="Text 37">
            <a:extLst>
              <a:ext uri="{FF2B5EF4-FFF2-40B4-BE49-F238E27FC236}">
                <a16:creationId xmlns:a16="http://schemas.microsoft.com/office/drawing/2014/main" id="{CEB83F1C-62A6-669B-7E75-4CC42571DB10}"/>
              </a:ext>
            </a:extLst>
          </p:cNvPr>
          <p:cNvSpPr/>
          <p:nvPr/>
        </p:nvSpPr>
        <p:spPr>
          <a:xfrm>
            <a:off x="1919628" y="4224374"/>
            <a:ext cx="1916887" cy="512065"/>
          </a:xfrm>
          <a:prstGeom prst="rect">
            <a:avLst/>
          </a:prstGeom>
          <a:noFill/>
          <a:ln/>
        </p:spPr>
        <p:txBody>
          <a:bodyPr wrap="square" lIns="0" tIns="0" rIns="0" bIns="0" rtlCol="0" anchor="ctr"/>
          <a:lstStyle/>
          <a:p>
            <a:pPr marL="171450" indent="-171450">
              <a:buFontTx/>
              <a:buChar char="-"/>
            </a:pPr>
            <a:r>
              <a:rPr lang="en-US" sz="950" dirty="0">
                <a:solidFill>
                  <a:srgbClr val="475569"/>
                </a:solidFill>
              </a:rPr>
              <a:t>Starts the interview with the </a:t>
            </a:r>
            <a:r>
              <a:rPr lang="en-US" sz="950" b="1" dirty="0">
                <a:solidFill>
                  <a:srgbClr val="475569"/>
                </a:solidFill>
              </a:rPr>
              <a:t>/idea-to-issue</a:t>
            </a:r>
            <a:r>
              <a:rPr lang="en-US" sz="950" b="1" baseline="30000" dirty="0">
                <a:solidFill>
                  <a:srgbClr val="475569"/>
                </a:solidFill>
              </a:rPr>
              <a:t>2</a:t>
            </a:r>
            <a:r>
              <a:rPr lang="en-US" sz="950" b="1" dirty="0">
                <a:solidFill>
                  <a:srgbClr val="475569"/>
                </a:solidFill>
              </a:rPr>
              <a:t> </a:t>
            </a:r>
            <a:r>
              <a:rPr lang="en-US" sz="950" dirty="0">
                <a:solidFill>
                  <a:srgbClr val="475569"/>
                </a:solidFill>
              </a:rPr>
              <a:t>skill (plan mode)</a:t>
            </a:r>
          </a:p>
          <a:p>
            <a:pPr marL="171450" indent="-171450">
              <a:buFontTx/>
              <a:buChar char="-"/>
            </a:pPr>
            <a:r>
              <a:rPr lang="en-US" sz="950" dirty="0">
                <a:solidFill>
                  <a:srgbClr val="475569"/>
                </a:solidFill>
              </a:rPr>
              <a:t>Creates the issue automatically (</a:t>
            </a:r>
            <a:r>
              <a:rPr lang="en-US" sz="950" b="1" dirty="0" err="1">
                <a:solidFill>
                  <a:srgbClr val="475569"/>
                </a:solidFill>
              </a:rPr>
              <a:t>Github</a:t>
            </a:r>
            <a:r>
              <a:rPr lang="en-US" sz="950" b="1" dirty="0">
                <a:solidFill>
                  <a:srgbClr val="475569"/>
                </a:solidFill>
              </a:rPr>
              <a:t> CLI</a:t>
            </a:r>
            <a:r>
              <a:rPr lang="en-US" sz="950" dirty="0">
                <a:solidFill>
                  <a:srgbClr val="475569"/>
                </a:solidFill>
              </a:rPr>
              <a:t>)</a:t>
            </a:r>
            <a:endParaRPr lang="en-US" sz="950" dirty="0"/>
          </a:p>
        </p:txBody>
      </p:sp>
      <p:pic>
        <p:nvPicPr>
          <p:cNvPr id="48" name="Image 0" descr="preencoded.png">
            <a:extLst>
              <a:ext uri="{FF2B5EF4-FFF2-40B4-BE49-F238E27FC236}">
                <a16:creationId xmlns:a16="http://schemas.microsoft.com/office/drawing/2014/main" id="{85F7428A-7F22-AE75-AA99-CDFBB5BDD47A}"/>
              </a:ext>
            </a:extLst>
          </p:cNvPr>
          <p:cNvPicPr>
            <a:picLocks noChangeAspect="1"/>
          </p:cNvPicPr>
          <p:nvPr/>
        </p:nvPicPr>
        <p:blipFill>
          <a:blip r:embed="rId3"/>
          <a:stretch>
            <a:fillRect/>
          </a:stretch>
        </p:blipFill>
        <p:spPr>
          <a:xfrm>
            <a:off x="4154727" y="3764585"/>
            <a:ext cx="273710" cy="273710"/>
          </a:xfrm>
          <a:prstGeom prst="rect">
            <a:avLst/>
          </a:prstGeom>
        </p:spPr>
      </p:pic>
      <p:pic>
        <p:nvPicPr>
          <p:cNvPr id="49" name="Image 1" descr="preencoded.png">
            <a:extLst>
              <a:ext uri="{FF2B5EF4-FFF2-40B4-BE49-F238E27FC236}">
                <a16:creationId xmlns:a16="http://schemas.microsoft.com/office/drawing/2014/main" id="{3AA4A884-2134-C2B4-267E-6F4C1B6016DE}"/>
              </a:ext>
            </a:extLst>
          </p:cNvPr>
          <p:cNvPicPr>
            <a:picLocks noChangeAspect="1"/>
          </p:cNvPicPr>
          <p:nvPr/>
        </p:nvPicPr>
        <p:blipFill>
          <a:blip r:embed="rId4"/>
          <a:stretch>
            <a:fillRect/>
          </a:stretch>
        </p:blipFill>
        <p:spPr>
          <a:xfrm>
            <a:off x="4126990" y="4352240"/>
            <a:ext cx="329184" cy="329184"/>
          </a:xfrm>
          <a:prstGeom prst="rect">
            <a:avLst/>
          </a:prstGeom>
        </p:spPr>
      </p:pic>
      <p:sp>
        <p:nvSpPr>
          <p:cNvPr id="50" name="Text 37">
            <a:extLst>
              <a:ext uri="{FF2B5EF4-FFF2-40B4-BE49-F238E27FC236}">
                <a16:creationId xmlns:a16="http://schemas.microsoft.com/office/drawing/2014/main" id="{D096F21C-ED44-D37A-E13D-263673D22BCE}"/>
              </a:ext>
            </a:extLst>
          </p:cNvPr>
          <p:cNvSpPr/>
          <p:nvPr/>
        </p:nvSpPr>
        <p:spPr>
          <a:xfrm>
            <a:off x="4530848" y="3663696"/>
            <a:ext cx="1976023" cy="512065"/>
          </a:xfrm>
          <a:prstGeom prst="rect">
            <a:avLst/>
          </a:prstGeom>
          <a:noFill/>
          <a:ln/>
        </p:spPr>
        <p:txBody>
          <a:bodyPr wrap="square" lIns="0" tIns="0" rIns="0" bIns="0" rtlCol="0" anchor="ctr"/>
          <a:lstStyle/>
          <a:p>
            <a:pPr marL="171450" indent="-171450">
              <a:buFontTx/>
              <a:buChar char="-"/>
            </a:pPr>
            <a:r>
              <a:rPr lang="en-US" sz="950" dirty="0">
                <a:solidFill>
                  <a:srgbClr val="475569"/>
                </a:solidFill>
              </a:rPr>
              <a:t>Assigns the agent in the GitHub issue.</a:t>
            </a:r>
          </a:p>
          <a:p>
            <a:pPr marL="171450" indent="-171450">
              <a:buFontTx/>
              <a:buChar char="-"/>
            </a:pPr>
            <a:r>
              <a:rPr lang="en-US" sz="950" dirty="0">
                <a:solidFill>
                  <a:srgbClr val="475569"/>
                </a:solidFill>
              </a:rPr>
              <a:t>Then reviews/edits the branch before submitting the PR for review.</a:t>
            </a:r>
            <a:endParaRPr lang="en-US" sz="950" dirty="0"/>
          </a:p>
        </p:txBody>
      </p:sp>
      <p:sp>
        <p:nvSpPr>
          <p:cNvPr id="51" name="Text 37">
            <a:extLst>
              <a:ext uri="{FF2B5EF4-FFF2-40B4-BE49-F238E27FC236}">
                <a16:creationId xmlns:a16="http://schemas.microsoft.com/office/drawing/2014/main" id="{CCD7322C-DF65-FE81-3657-E0C180120D6C}"/>
              </a:ext>
            </a:extLst>
          </p:cNvPr>
          <p:cNvSpPr/>
          <p:nvPr/>
        </p:nvSpPr>
        <p:spPr>
          <a:xfrm>
            <a:off x="4530848" y="4267046"/>
            <a:ext cx="1916887" cy="512065"/>
          </a:xfrm>
          <a:prstGeom prst="rect">
            <a:avLst/>
          </a:prstGeom>
          <a:noFill/>
          <a:ln/>
        </p:spPr>
        <p:txBody>
          <a:bodyPr wrap="square" lIns="0" tIns="0" rIns="0" bIns="0" rtlCol="0" anchor="ctr"/>
          <a:lstStyle/>
          <a:p>
            <a:pPr marL="171450" indent="-171450">
              <a:buFontTx/>
              <a:buChar char="-"/>
            </a:pPr>
            <a:r>
              <a:rPr lang="en-US" sz="950" u="sng" dirty="0">
                <a:solidFill>
                  <a:srgbClr val="475569"/>
                </a:solidFill>
              </a:rPr>
              <a:t>Implements the spec in the cloud</a:t>
            </a:r>
            <a:r>
              <a:rPr lang="en-US" sz="950" dirty="0">
                <a:solidFill>
                  <a:srgbClr val="475569"/>
                </a:solidFill>
              </a:rPr>
              <a:t> and creates a draft PR.</a:t>
            </a:r>
          </a:p>
          <a:p>
            <a:pPr marL="171450" indent="-171450">
              <a:buFontTx/>
              <a:buChar char="-"/>
            </a:pPr>
            <a:r>
              <a:rPr lang="en-US" sz="950" dirty="0">
                <a:solidFill>
                  <a:srgbClr val="475569"/>
                </a:solidFill>
              </a:rPr>
              <a:t>Make edits as suggested by the human (cloud or local).</a:t>
            </a:r>
            <a:endParaRPr lang="en-US" sz="950" dirty="0"/>
          </a:p>
        </p:txBody>
      </p:sp>
      <p:pic>
        <p:nvPicPr>
          <p:cNvPr id="52" name="Image 0" descr="preencoded.png">
            <a:extLst>
              <a:ext uri="{FF2B5EF4-FFF2-40B4-BE49-F238E27FC236}">
                <a16:creationId xmlns:a16="http://schemas.microsoft.com/office/drawing/2014/main" id="{C0E6596E-B6B7-7D95-A595-94D143C1FD2B}"/>
              </a:ext>
            </a:extLst>
          </p:cNvPr>
          <p:cNvPicPr>
            <a:picLocks noChangeAspect="1"/>
          </p:cNvPicPr>
          <p:nvPr/>
        </p:nvPicPr>
        <p:blipFill>
          <a:blip r:embed="rId3"/>
          <a:stretch>
            <a:fillRect/>
          </a:stretch>
        </p:blipFill>
        <p:spPr>
          <a:xfrm>
            <a:off x="6741873" y="3768778"/>
            <a:ext cx="273710" cy="273710"/>
          </a:xfrm>
          <a:prstGeom prst="rect">
            <a:avLst/>
          </a:prstGeom>
        </p:spPr>
      </p:pic>
      <p:pic>
        <p:nvPicPr>
          <p:cNvPr id="67" name="Image 1" descr="preencoded.png">
            <a:extLst>
              <a:ext uri="{FF2B5EF4-FFF2-40B4-BE49-F238E27FC236}">
                <a16:creationId xmlns:a16="http://schemas.microsoft.com/office/drawing/2014/main" id="{8F45726A-4E23-DB89-E220-583088FB81D0}"/>
              </a:ext>
            </a:extLst>
          </p:cNvPr>
          <p:cNvPicPr>
            <a:picLocks noChangeAspect="1"/>
          </p:cNvPicPr>
          <p:nvPr/>
        </p:nvPicPr>
        <p:blipFill>
          <a:blip r:embed="rId4"/>
          <a:stretch>
            <a:fillRect/>
          </a:stretch>
        </p:blipFill>
        <p:spPr>
          <a:xfrm>
            <a:off x="6714136" y="4274898"/>
            <a:ext cx="329184" cy="329184"/>
          </a:xfrm>
          <a:prstGeom prst="rect">
            <a:avLst/>
          </a:prstGeom>
        </p:spPr>
      </p:pic>
      <p:sp>
        <p:nvSpPr>
          <p:cNvPr id="73" name="Text 37">
            <a:extLst>
              <a:ext uri="{FF2B5EF4-FFF2-40B4-BE49-F238E27FC236}">
                <a16:creationId xmlns:a16="http://schemas.microsoft.com/office/drawing/2014/main" id="{B983F6DD-4A27-8A0A-D6B1-8CD9AAFE4729}"/>
              </a:ext>
            </a:extLst>
          </p:cNvPr>
          <p:cNvSpPr/>
          <p:nvPr/>
        </p:nvSpPr>
        <p:spPr>
          <a:xfrm>
            <a:off x="7180175" y="3740050"/>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Team review tests and code manually (more skim now).</a:t>
            </a:r>
            <a:endParaRPr lang="en-US" sz="950" dirty="0"/>
          </a:p>
        </p:txBody>
      </p:sp>
      <p:sp>
        <p:nvSpPr>
          <p:cNvPr id="74" name="Text 37">
            <a:extLst>
              <a:ext uri="{FF2B5EF4-FFF2-40B4-BE49-F238E27FC236}">
                <a16:creationId xmlns:a16="http://schemas.microsoft.com/office/drawing/2014/main" id="{5D37A21A-0E85-6E1E-D8E0-ED0855660463}"/>
              </a:ext>
            </a:extLst>
          </p:cNvPr>
          <p:cNvSpPr/>
          <p:nvPr/>
        </p:nvSpPr>
        <p:spPr>
          <a:xfrm>
            <a:off x="7180174" y="4274898"/>
            <a:ext cx="1701089" cy="366522"/>
          </a:xfrm>
          <a:prstGeom prst="rect">
            <a:avLst/>
          </a:prstGeom>
          <a:noFill/>
          <a:ln/>
        </p:spPr>
        <p:txBody>
          <a:bodyPr wrap="square" lIns="0" tIns="0" rIns="0" bIns="0" rtlCol="0" anchor="ctr"/>
          <a:lstStyle/>
          <a:p>
            <a:pPr marL="171450" indent="-171450">
              <a:buFontTx/>
              <a:buChar char="-"/>
            </a:pPr>
            <a:r>
              <a:rPr lang="en-US" sz="950" dirty="0">
                <a:solidFill>
                  <a:srgbClr val="475569"/>
                </a:solidFill>
              </a:rPr>
              <a:t>Default: use agent reviewer</a:t>
            </a:r>
            <a:endParaRPr lang="en-US" sz="950" dirty="0"/>
          </a:p>
        </p:txBody>
      </p:sp>
      <p:sp>
        <p:nvSpPr>
          <p:cNvPr id="75" name="Text 28">
            <a:extLst>
              <a:ext uri="{FF2B5EF4-FFF2-40B4-BE49-F238E27FC236}">
                <a16:creationId xmlns:a16="http://schemas.microsoft.com/office/drawing/2014/main" id="{7B159275-E752-C62D-E3F2-DCAEDB3A1262}"/>
              </a:ext>
            </a:extLst>
          </p:cNvPr>
          <p:cNvSpPr/>
          <p:nvPr/>
        </p:nvSpPr>
        <p:spPr>
          <a:xfrm>
            <a:off x="148437" y="4916562"/>
            <a:ext cx="3959048" cy="188228"/>
          </a:xfrm>
          <a:prstGeom prst="rect">
            <a:avLst/>
          </a:prstGeom>
          <a:noFill/>
          <a:ln/>
        </p:spPr>
        <p:txBody>
          <a:bodyPr wrap="square" lIns="0" tIns="0" rIns="0" bIns="0" rtlCol="0" anchor="ctr"/>
          <a:lstStyle/>
          <a:p>
            <a:r>
              <a:rPr lang="en-US" sz="800" dirty="0"/>
              <a:t>1) It’s the responsibility of the human to decide the scope and success criteria.</a:t>
            </a:r>
          </a:p>
        </p:txBody>
      </p:sp>
      <p:sp>
        <p:nvSpPr>
          <p:cNvPr id="76" name="Text 28">
            <a:extLst>
              <a:ext uri="{FF2B5EF4-FFF2-40B4-BE49-F238E27FC236}">
                <a16:creationId xmlns:a16="http://schemas.microsoft.com/office/drawing/2014/main" id="{A4AB5F0A-6122-E8C1-8D3B-8A9C227CAC80}"/>
              </a:ext>
            </a:extLst>
          </p:cNvPr>
          <p:cNvSpPr/>
          <p:nvPr/>
        </p:nvSpPr>
        <p:spPr>
          <a:xfrm>
            <a:off x="5126431" y="4899257"/>
            <a:ext cx="3959048" cy="188228"/>
          </a:xfrm>
          <a:prstGeom prst="rect">
            <a:avLst/>
          </a:prstGeom>
          <a:noFill/>
          <a:ln/>
        </p:spPr>
        <p:txBody>
          <a:bodyPr wrap="square" lIns="0" tIns="0" rIns="0" bIns="0" rtlCol="0" anchor="ctr"/>
          <a:lstStyle/>
          <a:p>
            <a:r>
              <a:rPr lang="en-US" sz="800" dirty="0"/>
              <a:t>2) Inspired by the “/grill-me” skill, Source: </a:t>
            </a:r>
            <a:r>
              <a:rPr lang="sv-SE" sz="800" dirty="0">
                <a:hlinkClick r:id="rId5"/>
              </a:rPr>
              <a:t>skills/grill-me/SKILL.md at main · mattpocock/skills</a:t>
            </a:r>
            <a:r>
              <a:rPr lang="en-US" sz="800" dirty="0"/>
              <a:t> </a:t>
            </a:r>
          </a:p>
        </p:txBody>
      </p:sp>
      <p:grpSp>
        <p:nvGrpSpPr>
          <p:cNvPr id="77" name="Group 76">
            <a:extLst>
              <a:ext uri="{FF2B5EF4-FFF2-40B4-BE49-F238E27FC236}">
                <a16:creationId xmlns:a16="http://schemas.microsoft.com/office/drawing/2014/main" id="{8E635A1E-0DAD-651F-5E02-3E60ECE8E4AB}"/>
              </a:ext>
            </a:extLst>
          </p:cNvPr>
          <p:cNvGrpSpPr/>
          <p:nvPr/>
        </p:nvGrpSpPr>
        <p:grpSpPr>
          <a:xfrm>
            <a:off x="6808167" y="3290530"/>
            <a:ext cx="297788" cy="185499"/>
            <a:chOff x="6824530" y="429920"/>
            <a:chExt cx="297788" cy="185499"/>
          </a:xfrm>
        </p:grpSpPr>
        <p:sp>
          <p:nvSpPr>
            <p:cNvPr id="78" name="Flowchart: Manual Operation 77">
              <a:extLst>
                <a:ext uri="{FF2B5EF4-FFF2-40B4-BE49-F238E27FC236}">
                  <a16:creationId xmlns:a16="http://schemas.microsoft.com/office/drawing/2014/main" id="{82AEB2FF-B265-2CE0-B30B-47350849FD84}"/>
                </a:ext>
              </a:extLst>
            </p:cNvPr>
            <p:cNvSpPr/>
            <p:nvPr/>
          </p:nvSpPr>
          <p:spPr>
            <a:xfrm rot="5400000">
              <a:off x="6957971" y="451072"/>
              <a:ext cx="185015" cy="143679"/>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9" name="Flowchart: Manual Operation 78">
              <a:extLst>
                <a:ext uri="{FF2B5EF4-FFF2-40B4-BE49-F238E27FC236}">
                  <a16:creationId xmlns:a16="http://schemas.microsoft.com/office/drawing/2014/main" id="{78E2BFC7-DE69-165F-A9A6-C524DCE11633}"/>
                </a:ext>
              </a:extLst>
            </p:cNvPr>
            <p:cNvSpPr/>
            <p:nvPr/>
          </p:nvSpPr>
          <p:spPr>
            <a:xfrm rot="16200000">
              <a:off x="6803862" y="450588"/>
              <a:ext cx="185016" cy="143680"/>
            </a:xfrm>
            <a:prstGeom prst="flowChartManualOperation">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1FCFD9A4-19C1-45A8-03F0-80C2FAB9D1FD}"/>
                </a:ext>
              </a:extLst>
            </p:cNvPr>
            <p:cNvSpPr/>
            <p:nvPr/>
          </p:nvSpPr>
          <p:spPr>
            <a:xfrm>
              <a:off x="6960351" y="50919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85E34289-12C6-60B7-46A2-165E8E9D369A}"/>
                </a:ext>
              </a:extLst>
            </p:cNvPr>
            <p:cNvSpPr/>
            <p:nvPr/>
          </p:nvSpPr>
          <p:spPr>
            <a:xfrm>
              <a:off x="6897513" y="48247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8CE8B142-E2DC-029D-E8A9-95719AB05467}"/>
                </a:ext>
              </a:extLst>
            </p:cNvPr>
            <p:cNvSpPr/>
            <p:nvPr/>
          </p:nvSpPr>
          <p:spPr>
            <a:xfrm>
              <a:off x="6897513" y="535235"/>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B8C42AF9-4F4E-E547-5659-240A3FD7BB3C}"/>
                </a:ext>
              </a:extLst>
            </p:cNvPr>
            <p:cNvSpPr/>
            <p:nvPr/>
          </p:nvSpPr>
          <p:spPr>
            <a:xfrm>
              <a:off x="6840342" y="558881"/>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0B47C577-33B1-9C70-7539-40BF44D34E30}"/>
                </a:ext>
              </a:extLst>
            </p:cNvPr>
            <p:cNvSpPr/>
            <p:nvPr/>
          </p:nvSpPr>
          <p:spPr>
            <a:xfrm>
              <a:off x="6838065" y="505522"/>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2A8819D4-A2BC-76F9-9C7D-B4ECD8C9166A}"/>
                </a:ext>
              </a:extLst>
            </p:cNvPr>
            <p:cNvSpPr/>
            <p:nvPr/>
          </p:nvSpPr>
          <p:spPr>
            <a:xfrm>
              <a:off x="6837357" y="45395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CF40D21D-3942-92E0-282E-DDAD9073E51C}"/>
                </a:ext>
              </a:extLst>
            </p:cNvPr>
            <p:cNvSpPr/>
            <p:nvPr/>
          </p:nvSpPr>
          <p:spPr>
            <a:xfrm>
              <a:off x="7017460"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9868D15F-0643-B989-7AB7-050CEECA1B0F}"/>
                </a:ext>
              </a:extLst>
            </p:cNvPr>
            <p:cNvSpPr/>
            <p:nvPr/>
          </p:nvSpPr>
          <p:spPr>
            <a:xfrm>
              <a:off x="7076277" y="508048"/>
              <a:ext cx="36576" cy="3657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66A128B5-7071-0E85-5EF0-F1C67308819F}"/>
              </a:ext>
            </a:extLst>
          </p:cNvPr>
          <p:cNvGrpSpPr/>
          <p:nvPr/>
        </p:nvGrpSpPr>
        <p:grpSpPr>
          <a:xfrm>
            <a:off x="4239831" y="3345655"/>
            <a:ext cx="298780" cy="80963"/>
            <a:chOff x="6986960" y="686403"/>
            <a:chExt cx="298780" cy="80963"/>
          </a:xfrm>
        </p:grpSpPr>
        <p:cxnSp>
          <p:nvCxnSpPr>
            <p:cNvPr id="92" name="Straight Arrow Connector 91">
              <a:extLst>
                <a:ext uri="{FF2B5EF4-FFF2-40B4-BE49-F238E27FC236}">
                  <a16:creationId xmlns:a16="http://schemas.microsoft.com/office/drawing/2014/main" id="{2CDF4167-2B56-0792-A6B4-8700D5DD78DF}"/>
                </a:ext>
              </a:extLst>
            </p:cNvPr>
            <p:cNvCxnSpPr>
              <a:cxnSpLocks/>
            </p:cNvCxnSpPr>
            <p:nvPr/>
          </p:nvCxnSpPr>
          <p:spPr>
            <a:xfrm>
              <a:off x="6986960" y="686403"/>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2BB11D3-5581-4E1C-CBD5-724A4BE17FB9}"/>
                </a:ext>
              </a:extLst>
            </p:cNvPr>
            <p:cNvCxnSpPr>
              <a:cxnSpLocks/>
            </p:cNvCxnSpPr>
            <p:nvPr/>
          </p:nvCxnSpPr>
          <p:spPr>
            <a:xfrm>
              <a:off x="6987951" y="767366"/>
              <a:ext cx="297789" cy="0"/>
            </a:xfrm>
            <a:prstGeom prst="straightConnector1">
              <a:avLst/>
            </a:prstGeom>
            <a:ln>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grpSp>
      <p:sp>
        <p:nvSpPr>
          <p:cNvPr id="106" name="Text 37">
            <a:extLst>
              <a:ext uri="{FF2B5EF4-FFF2-40B4-BE49-F238E27FC236}">
                <a16:creationId xmlns:a16="http://schemas.microsoft.com/office/drawing/2014/main" id="{A867EA55-140A-744C-E5AD-29F7C31C32EF}"/>
              </a:ext>
            </a:extLst>
          </p:cNvPr>
          <p:cNvSpPr/>
          <p:nvPr/>
        </p:nvSpPr>
        <p:spPr>
          <a:xfrm>
            <a:off x="1844954" y="3621024"/>
            <a:ext cx="2083309" cy="512065"/>
          </a:xfrm>
          <a:prstGeom prst="rect">
            <a:avLst/>
          </a:prstGeom>
          <a:noFill/>
          <a:ln/>
        </p:spPr>
        <p:txBody>
          <a:bodyPr wrap="square" lIns="0" tIns="0" rIns="0" bIns="0" rtlCol="0" anchor="ctr"/>
          <a:lstStyle/>
          <a:p>
            <a:pPr marL="171450" indent="-171450">
              <a:buFontTx/>
              <a:buChar char="-"/>
            </a:pPr>
            <a:r>
              <a:rPr lang="en-US" sz="950" dirty="0">
                <a:solidFill>
                  <a:srgbClr val="475569"/>
                </a:solidFill>
              </a:rPr>
              <a:t>Starts an interview process (local machine + plan mode) and answers it.</a:t>
            </a:r>
          </a:p>
          <a:p>
            <a:pPr marL="171450" indent="-171450">
              <a:buFontTx/>
              <a:buChar char="-"/>
            </a:pPr>
            <a:r>
              <a:rPr lang="en-US" sz="950" dirty="0">
                <a:solidFill>
                  <a:srgbClr val="475569"/>
                </a:solidFill>
              </a:rPr>
              <a:t>Reviews the spec</a:t>
            </a:r>
            <a:r>
              <a:rPr lang="en-US" sz="950" b="1" baseline="30000" dirty="0">
                <a:solidFill>
                  <a:srgbClr val="475569"/>
                </a:solidFill>
              </a:rPr>
              <a:t>1</a:t>
            </a:r>
            <a:r>
              <a:rPr lang="en-US" sz="950" dirty="0">
                <a:solidFill>
                  <a:srgbClr val="475569"/>
                </a:solidFill>
              </a:rPr>
              <a:t> until approved.</a:t>
            </a:r>
            <a:endParaRPr lang="en-US" sz="950" dirty="0"/>
          </a:p>
        </p:txBody>
      </p:sp>
    </p:spTree>
    <p:extLst>
      <p:ext uri="{BB962C8B-B14F-4D97-AF65-F5344CB8AC3E}">
        <p14:creationId xmlns:p14="http://schemas.microsoft.com/office/powerpoint/2010/main" val="413755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animBg="1"/>
      <p:bldP spid="13" grpId="0" animBg="1"/>
      <p:bldP spid="27" grpId="0" animBg="1"/>
      <p:bldP spid="32" grpId="0" animBg="1"/>
      <p:bldP spid="37" grpId="0" animBg="1"/>
      <p:bldP spid="38" grpId="0" animBg="1"/>
      <p:bldP spid="39" grpId="0" animBg="1"/>
      <p:bldP spid="40" grpId="0" animBg="1"/>
      <p:bldP spid="42" grpId="0" animBg="1"/>
      <p:bldP spid="43" grpId="0" animBg="1"/>
      <p:bldP spid="47" grpId="0" animBg="1"/>
      <p:bldP spid="50" grpId="0" animBg="1"/>
      <p:bldP spid="51" grpId="0" animBg="1"/>
      <p:bldP spid="73" grpId="0" animBg="1"/>
      <p:bldP spid="74" grpId="0" animBg="1"/>
      <p:bldP spid="75" grpId="0" animBg="1"/>
      <p:bldP spid="76" grpId="0" animBg="1"/>
      <p:bldP spid="10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EF8CE-1E72-CE52-53BD-FE12D483F1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D73185-1979-A2BF-8A57-DBFE6315DEC0}"/>
              </a:ext>
            </a:extLst>
          </p:cNvPr>
          <p:cNvSpPr txBox="1"/>
          <p:nvPr/>
        </p:nvSpPr>
        <p:spPr>
          <a:xfrm>
            <a:off x="390088" y="647630"/>
            <a:ext cx="8229600" cy="292388"/>
          </a:xfrm>
          <a:prstGeom prst="rect">
            <a:avLst/>
          </a:prstGeom>
          <a:noFill/>
        </p:spPr>
        <p:txBody>
          <a:bodyPr wrap="square">
            <a:spAutoFit/>
          </a:bodyPr>
          <a:lstStyle/>
          <a:p>
            <a:pPr algn="l"/>
            <a:r>
              <a:rPr sz="1300" b="1" i="0" dirty="0">
                <a:solidFill>
                  <a:srgbClr val="0077A8"/>
                </a:solidFill>
                <a:latin typeface="Calibri"/>
              </a:rPr>
              <a:t>BLOCK </a:t>
            </a:r>
            <a:r>
              <a:rPr lang="en-US" sz="1300" b="1" dirty="0">
                <a:solidFill>
                  <a:srgbClr val="0077A8"/>
                </a:solidFill>
                <a:latin typeface="Calibri"/>
              </a:rPr>
              <a:t>3</a:t>
            </a:r>
            <a:endParaRPr sz="1300" b="1" i="0" dirty="0">
              <a:solidFill>
                <a:srgbClr val="0077A8"/>
              </a:solidFill>
              <a:latin typeface="Calibri"/>
            </a:endParaRPr>
          </a:p>
        </p:txBody>
      </p:sp>
      <p:sp>
        <p:nvSpPr>
          <p:cNvPr id="3" name="TextBox 2">
            <a:extLst>
              <a:ext uri="{FF2B5EF4-FFF2-40B4-BE49-F238E27FC236}">
                <a16:creationId xmlns:a16="http://schemas.microsoft.com/office/drawing/2014/main" id="{3C2972F6-6666-FAD0-7949-6E9948BC4A5B}"/>
              </a:ext>
            </a:extLst>
          </p:cNvPr>
          <p:cNvSpPr txBox="1"/>
          <p:nvPr/>
        </p:nvSpPr>
        <p:spPr>
          <a:xfrm>
            <a:off x="390088" y="724826"/>
            <a:ext cx="8229600" cy="707886"/>
          </a:xfrm>
          <a:prstGeom prst="rect">
            <a:avLst/>
          </a:prstGeom>
          <a:noFill/>
        </p:spPr>
        <p:txBody>
          <a:bodyPr wrap="square">
            <a:spAutoFit/>
          </a:bodyPr>
          <a:lstStyle/>
          <a:p>
            <a:pPr algn="ctr"/>
            <a:r>
              <a:rPr lang="en-US" sz="4000" b="1" i="0" dirty="0">
                <a:solidFill>
                  <a:srgbClr val="0A1628"/>
                </a:solidFill>
                <a:latin typeface="Calibri"/>
              </a:rPr>
              <a:t>DEMO</a:t>
            </a:r>
            <a:endParaRPr sz="4000" b="1" i="0" dirty="0">
              <a:solidFill>
                <a:srgbClr val="0A1628"/>
              </a:solidFill>
              <a:latin typeface="Calibri"/>
            </a:endParaRPr>
          </a:p>
        </p:txBody>
      </p:sp>
      <p:sp>
        <p:nvSpPr>
          <p:cNvPr id="4" name="Rectangle 3">
            <a:extLst>
              <a:ext uri="{FF2B5EF4-FFF2-40B4-BE49-F238E27FC236}">
                <a16:creationId xmlns:a16="http://schemas.microsoft.com/office/drawing/2014/main" id="{7935B95B-DF70-097F-366A-0F6E8A809A13}"/>
              </a:ext>
            </a:extLst>
          </p:cNvPr>
          <p:cNvSpPr/>
          <p:nvPr/>
        </p:nvSpPr>
        <p:spPr>
          <a:xfrm>
            <a:off x="390088" y="510470"/>
            <a:ext cx="8229600" cy="36576"/>
          </a:xfrm>
          <a:prstGeom prst="rect">
            <a:avLst/>
          </a:prstGeom>
          <a:solidFill>
            <a:srgbClr val="007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a:extLst>
              <a:ext uri="{FF2B5EF4-FFF2-40B4-BE49-F238E27FC236}">
                <a16:creationId xmlns:a16="http://schemas.microsoft.com/office/drawing/2014/main" id="{BFF036A8-1BA9-50B2-41B9-ECC9584C685A}"/>
              </a:ext>
            </a:extLst>
          </p:cNvPr>
          <p:cNvPicPr>
            <a:picLocks noChangeAspect="1"/>
          </p:cNvPicPr>
          <p:nvPr/>
        </p:nvPicPr>
        <p:blipFill>
          <a:blip r:embed="rId2"/>
          <a:stretch>
            <a:fillRect/>
          </a:stretch>
        </p:blipFill>
        <p:spPr>
          <a:xfrm>
            <a:off x="390087" y="1610708"/>
            <a:ext cx="4338815" cy="777102"/>
          </a:xfrm>
          <a:prstGeom prst="rect">
            <a:avLst/>
          </a:prstGeom>
        </p:spPr>
      </p:pic>
      <p:pic>
        <p:nvPicPr>
          <p:cNvPr id="8" name="Picture 7">
            <a:extLst>
              <a:ext uri="{FF2B5EF4-FFF2-40B4-BE49-F238E27FC236}">
                <a16:creationId xmlns:a16="http://schemas.microsoft.com/office/drawing/2014/main" id="{B85D3AAB-B1D5-8E05-965F-EC923360CEF7}"/>
              </a:ext>
            </a:extLst>
          </p:cNvPr>
          <p:cNvPicPr>
            <a:picLocks noChangeAspect="1"/>
          </p:cNvPicPr>
          <p:nvPr/>
        </p:nvPicPr>
        <p:blipFill>
          <a:blip r:embed="rId3"/>
          <a:stretch>
            <a:fillRect/>
          </a:stretch>
        </p:blipFill>
        <p:spPr>
          <a:xfrm>
            <a:off x="390088" y="2507534"/>
            <a:ext cx="8155183" cy="1017846"/>
          </a:xfrm>
          <a:prstGeom prst="rect">
            <a:avLst/>
          </a:prstGeom>
        </p:spPr>
      </p:pic>
      <p:sp>
        <p:nvSpPr>
          <p:cNvPr id="10" name="TextBox 9">
            <a:extLst>
              <a:ext uri="{FF2B5EF4-FFF2-40B4-BE49-F238E27FC236}">
                <a16:creationId xmlns:a16="http://schemas.microsoft.com/office/drawing/2014/main" id="{DAFEFD01-755B-B334-38FC-014659E6ABB3}"/>
              </a:ext>
            </a:extLst>
          </p:cNvPr>
          <p:cNvSpPr txBox="1"/>
          <p:nvPr/>
        </p:nvSpPr>
        <p:spPr>
          <a:xfrm>
            <a:off x="390087" y="3596750"/>
            <a:ext cx="8155183" cy="738664"/>
          </a:xfrm>
          <a:prstGeom prst="rect">
            <a:avLst/>
          </a:prstGeom>
          <a:noFill/>
        </p:spPr>
        <p:txBody>
          <a:bodyPr wrap="square">
            <a:spAutoFit/>
          </a:bodyPr>
          <a:lstStyle/>
          <a:p>
            <a:r>
              <a:rPr lang="en-US" sz="1400" dirty="0"/>
              <a:t>/idea-to-issue add a new constraint to the model. From user feedback I need to prohibit products with low calories. In particular, I need to prohibit any product with 20 calories or less. Let's create a plan. Use /</a:t>
            </a:r>
            <a:r>
              <a:rPr lang="en-US" sz="1400" dirty="0" err="1"/>
              <a:t>tdd</a:t>
            </a:r>
            <a:r>
              <a:rPr lang="en-US" sz="1400" dirty="0"/>
              <a:t> and /comment-code to design this task</a:t>
            </a:r>
          </a:p>
        </p:txBody>
      </p:sp>
      <p:sp>
        <p:nvSpPr>
          <p:cNvPr id="16" name="Speech Bubble: Rectangle 15">
            <a:extLst>
              <a:ext uri="{FF2B5EF4-FFF2-40B4-BE49-F238E27FC236}">
                <a16:creationId xmlns:a16="http://schemas.microsoft.com/office/drawing/2014/main" id="{63A960CD-2212-D15F-332A-133EB4604206}"/>
              </a:ext>
            </a:extLst>
          </p:cNvPr>
          <p:cNvSpPr/>
          <p:nvPr/>
        </p:nvSpPr>
        <p:spPr>
          <a:xfrm>
            <a:off x="5206296" y="1621868"/>
            <a:ext cx="3338973" cy="676736"/>
          </a:xfrm>
          <a:prstGeom prst="wedgeRectCallout">
            <a:avLst>
              <a:gd name="adj1" fmla="val -27412"/>
              <a:gd name="adj2" fmla="val 90566"/>
            </a:avLst>
          </a:prstGeom>
          <a:solidFill>
            <a:schemeClr val="accent4">
              <a:lumMod val="20000"/>
              <a:lumOff val="80000"/>
            </a:schemeClr>
          </a:solidFill>
          <a:ln w="127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Select a high-reasoning model</a:t>
            </a:r>
          </a:p>
        </p:txBody>
      </p:sp>
    </p:spTree>
    <p:extLst>
      <p:ext uri="{BB962C8B-B14F-4D97-AF65-F5344CB8AC3E}">
        <p14:creationId xmlns:p14="http://schemas.microsoft.com/office/powerpoint/2010/main" val="1263859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6F821-C379-29CF-4F37-6E65719809C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83DD3E-2C87-D5F1-1CC6-B4DE0DB816B4}"/>
              </a:ext>
            </a:extLst>
          </p:cNvPr>
          <p:cNvSpPr/>
          <p:nvPr/>
        </p:nvSpPr>
        <p:spPr>
          <a:xfrm>
            <a:off x="0" y="0"/>
            <a:ext cx="9144000" cy="64008"/>
          </a:xfrm>
          <a:prstGeom prst="rect">
            <a:avLst/>
          </a:prstGeom>
          <a:solidFill>
            <a:srgbClr val="00A4BD"/>
          </a:solidFill>
          <a:ln/>
        </p:spPr>
        <p:txBody>
          <a:bodyPr/>
          <a:lstStyle/>
          <a:p>
            <a:endParaRPr lang="en-US"/>
          </a:p>
        </p:txBody>
      </p:sp>
      <p:sp>
        <p:nvSpPr>
          <p:cNvPr id="11" name="Text 2">
            <a:extLst>
              <a:ext uri="{FF2B5EF4-FFF2-40B4-BE49-F238E27FC236}">
                <a16:creationId xmlns:a16="http://schemas.microsoft.com/office/drawing/2014/main" id="{F3F89BF0-10F4-65AF-D1A3-66277A741B5D}"/>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Why this process works</a:t>
            </a:r>
            <a:endParaRPr lang="en-US" sz="3600" b="1" dirty="0"/>
          </a:p>
        </p:txBody>
      </p:sp>
      <p:sp>
        <p:nvSpPr>
          <p:cNvPr id="108" name="Shape 14">
            <a:extLst>
              <a:ext uri="{FF2B5EF4-FFF2-40B4-BE49-F238E27FC236}">
                <a16:creationId xmlns:a16="http://schemas.microsoft.com/office/drawing/2014/main" id="{6B724FC0-C13F-D8ED-8E50-A122AAFD8536}"/>
              </a:ext>
            </a:extLst>
          </p:cNvPr>
          <p:cNvSpPr/>
          <p:nvPr/>
        </p:nvSpPr>
        <p:spPr>
          <a:xfrm>
            <a:off x="292608" y="833932"/>
            <a:ext cx="2743200" cy="1981506"/>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110" name="Shape 15">
            <a:extLst>
              <a:ext uri="{FF2B5EF4-FFF2-40B4-BE49-F238E27FC236}">
                <a16:creationId xmlns:a16="http://schemas.microsoft.com/office/drawing/2014/main" id="{948FA603-3885-8E9A-CA05-8DA4EFACEFD2}"/>
              </a:ext>
            </a:extLst>
          </p:cNvPr>
          <p:cNvSpPr/>
          <p:nvPr/>
        </p:nvSpPr>
        <p:spPr>
          <a:xfrm>
            <a:off x="292608" y="833932"/>
            <a:ext cx="2743200" cy="45720"/>
          </a:xfrm>
          <a:prstGeom prst="rect">
            <a:avLst/>
          </a:prstGeom>
          <a:solidFill>
            <a:srgbClr val="00A4BD"/>
          </a:solidFill>
          <a:ln/>
        </p:spPr>
        <p:txBody>
          <a:bodyPr/>
          <a:lstStyle/>
          <a:p>
            <a:endParaRPr lang="en-US"/>
          </a:p>
        </p:txBody>
      </p:sp>
      <p:pic>
        <p:nvPicPr>
          <p:cNvPr id="112" name="Image 1" descr="preencoded.png">
            <a:extLst>
              <a:ext uri="{FF2B5EF4-FFF2-40B4-BE49-F238E27FC236}">
                <a16:creationId xmlns:a16="http://schemas.microsoft.com/office/drawing/2014/main" id="{0C8281C5-E797-9D6A-3579-924668E12D4B}"/>
              </a:ext>
            </a:extLst>
          </p:cNvPr>
          <p:cNvPicPr>
            <a:picLocks noChangeAspect="1"/>
          </p:cNvPicPr>
          <p:nvPr/>
        </p:nvPicPr>
        <p:blipFill>
          <a:blip r:embed="rId3"/>
          <a:stretch>
            <a:fillRect/>
          </a:stretch>
        </p:blipFill>
        <p:spPr>
          <a:xfrm>
            <a:off x="589788" y="971092"/>
            <a:ext cx="457200" cy="457200"/>
          </a:xfrm>
          <a:prstGeom prst="rect">
            <a:avLst/>
          </a:prstGeom>
        </p:spPr>
      </p:pic>
      <p:sp>
        <p:nvSpPr>
          <p:cNvPr id="114" name="Text 17">
            <a:extLst>
              <a:ext uri="{FF2B5EF4-FFF2-40B4-BE49-F238E27FC236}">
                <a16:creationId xmlns:a16="http://schemas.microsoft.com/office/drawing/2014/main" id="{1DE2415C-FDC8-C169-4D6C-AEBCC5735B49}"/>
              </a:ext>
            </a:extLst>
          </p:cNvPr>
          <p:cNvSpPr/>
          <p:nvPr/>
        </p:nvSpPr>
        <p:spPr>
          <a:xfrm>
            <a:off x="1246327" y="979778"/>
            <a:ext cx="1691640" cy="365760"/>
          </a:xfrm>
          <a:prstGeom prst="rect">
            <a:avLst/>
          </a:prstGeom>
          <a:noFill/>
          <a:ln/>
        </p:spPr>
        <p:txBody>
          <a:bodyPr wrap="square" lIns="0" tIns="0" rIns="0" bIns="0" rtlCol="0" anchor="ctr"/>
          <a:lstStyle/>
          <a:p>
            <a:pPr marL="0" indent="0">
              <a:buNone/>
            </a:pPr>
            <a:r>
              <a:rPr lang="en-US" sz="1300" b="1" dirty="0">
                <a:solidFill>
                  <a:srgbClr val="0D1B3E"/>
                </a:solidFill>
              </a:rPr>
              <a:t>Modular code</a:t>
            </a:r>
            <a:endParaRPr lang="en-US" sz="1300" dirty="0"/>
          </a:p>
        </p:txBody>
      </p:sp>
      <p:sp>
        <p:nvSpPr>
          <p:cNvPr id="116" name="Text 18">
            <a:extLst>
              <a:ext uri="{FF2B5EF4-FFF2-40B4-BE49-F238E27FC236}">
                <a16:creationId xmlns:a16="http://schemas.microsoft.com/office/drawing/2014/main" id="{E3AC3196-ACD5-0521-990D-94154F56931B}"/>
              </a:ext>
            </a:extLst>
          </p:cNvPr>
          <p:cNvSpPr/>
          <p:nvPr/>
        </p:nvSpPr>
        <p:spPr>
          <a:xfrm>
            <a:off x="448055" y="1463954"/>
            <a:ext cx="2467051" cy="1351482"/>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t>Agents can work in isolation on different issues in parallel.</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PRs are smaller and easier to review.</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Software design is thought to provide modularization</a:t>
            </a:r>
          </a:p>
        </p:txBody>
      </p:sp>
      <p:sp>
        <p:nvSpPr>
          <p:cNvPr id="118" name="Shape 19">
            <a:extLst>
              <a:ext uri="{FF2B5EF4-FFF2-40B4-BE49-F238E27FC236}">
                <a16:creationId xmlns:a16="http://schemas.microsoft.com/office/drawing/2014/main" id="{8BB0C094-6CF9-36C0-2509-6D35A464B39B}"/>
              </a:ext>
            </a:extLst>
          </p:cNvPr>
          <p:cNvSpPr/>
          <p:nvPr/>
        </p:nvSpPr>
        <p:spPr>
          <a:xfrm>
            <a:off x="6108193" y="879652"/>
            <a:ext cx="2957171" cy="4067252"/>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120" name="Shape 20">
            <a:extLst>
              <a:ext uri="{FF2B5EF4-FFF2-40B4-BE49-F238E27FC236}">
                <a16:creationId xmlns:a16="http://schemas.microsoft.com/office/drawing/2014/main" id="{934552E2-8783-026F-5025-CC4AEA73901B}"/>
              </a:ext>
            </a:extLst>
          </p:cNvPr>
          <p:cNvSpPr/>
          <p:nvPr/>
        </p:nvSpPr>
        <p:spPr>
          <a:xfrm>
            <a:off x="6108194" y="833931"/>
            <a:ext cx="2957170" cy="45777"/>
          </a:xfrm>
          <a:prstGeom prst="rect">
            <a:avLst/>
          </a:prstGeom>
          <a:solidFill>
            <a:srgbClr val="22C55E"/>
          </a:solidFill>
          <a:ln/>
        </p:spPr>
        <p:txBody>
          <a:bodyPr/>
          <a:lstStyle/>
          <a:p>
            <a:endParaRPr lang="en-US" dirty="0"/>
          </a:p>
        </p:txBody>
      </p:sp>
      <p:sp>
        <p:nvSpPr>
          <p:cNvPr id="122" name="Text 22">
            <a:extLst>
              <a:ext uri="{FF2B5EF4-FFF2-40B4-BE49-F238E27FC236}">
                <a16:creationId xmlns:a16="http://schemas.microsoft.com/office/drawing/2014/main" id="{4182CB97-7C41-CF6C-60AD-03F0BED37DC0}"/>
              </a:ext>
            </a:extLst>
          </p:cNvPr>
          <p:cNvSpPr/>
          <p:nvPr/>
        </p:nvSpPr>
        <p:spPr>
          <a:xfrm>
            <a:off x="7088429" y="993037"/>
            <a:ext cx="1691640" cy="365760"/>
          </a:xfrm>
          <a:prstGeom prst="rect">
            <a:avLst/>
          </a:prstGeom>
          <a:noFill/>
          <a:ln/>
        </p:spPr>
        <p:txBody>
          <a:bodyPr wrap="square" lIns="0" tIns="0" rIns="0" bIns="0" rtlCol="0" anchor="ctr"/>
          <a:lstStyle/>
          <a:p>
            <a:pPr marL="0" indent="0">
              <a:buNone/>
            </a:pPr>
            <a:r>
              <a:rPr lang="en-US" sz="1300" b="1" dirty="0">
                <a:solidFill>
                  <a:srgbClr val="0D1B3E"/>
                </a:solidFill>
              </a:rPr>
              <a:t>Test automation</a:t>
            </a:r>
            <a:endParaRPr lang="en-US" sz="1300" dirty="0"/>
          </a:p>
        </p:txBody>
      </p:sp>
      <p:sp>
        <p:nvSpPr>
          <p:cNvPr id="124" name="Text 23">
            <a:extLst>
              <a:ext uri="{FF2B5EF4-FFF2-40B4-BE49-F238E27FC236}">
                <a16:creationId xmlns:a16="http://schemas.microsoft.com/office/drawing/2014/main" id="{C81A0286-4560-014F-4C9C-282F3F6E213C}"/>
              </a:ext>
            </a:extLst>
          </p:cNvPr>
          <p:cNvSpPr/>
          <p:nvPr/>
        </p:nvSpPr>
        <p:spPr>
          <a:xfrm>
            <a:off x="6223478" y="1555849"/>
            <a:ext cx="2774216" cy="3332533"/>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dirty="0"/>
              <a:t>Tests guide the agent to know the spec is correctly implemented.</a:t>
            </a:r>
          </a:p>
          <a:p>
            <a:pPr marL="171450" indent="-171450">
              <a:buFont typeface="Arial" panose="020B0604020202020204" pitchFamily="34" charset="0"/>
              <a:buChar char="•"/>
            </a:pPr>
            <a:endParaRPr lang="en-US" sz="1000" dirty="0"/>
          </a:p>
          <a:p>
            <a:pPr marL="171450" indent="-171450">
              <a:buFont typeface="Arial" panose="020B0604020202020204" pitchFamily="34" charset="0"/>
              <a:buChar char="•"/>
            </a:pPr>
            <a:r>
              <a:rPr lang="en-US" sz="1100" dirty="0"/>
              <a:t>Other tests (unit + integration) guide the agent/reviewer to know it has not broken other parts of the code.</a:t>
            </a:r>
          </a:p>
          <a:p>
            <a:pPr marL="171450" indent="-171450">
              <a:buFont typeface="Arial" panose="020B0604020202020204" pitchFamily="34" charset="0"/>
              <a:buChar char="•"/>
            </a:pPr>
            <a:endParaRPr lang="en-US" sz="1000" dirty="0"/>
          </a:p>
          <a:p>
            <a:pPr marL="171450" indent="-171450">
              <a:buFont typeface="Arial" panose="020B0604020202020204" pitchFamily="34" charset="0"/>
              <a:buChar char="•"/>
            </a:pPr>
            <a:r>
              <a:rPr lang="en-US" sz="1100" dirty="0"/>
              <a:t>Unit tests provide high code coverage (96%), even at the model formulation level.</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Integration tests (7 currently) provide a different safety net: making sure real scenarios comply with business requirements.</a:t>
            </a:r>
          </a:p>
          <a:p>
            <a:pPr marL="171450" indent="-171450">
              <a:buFont typeface="Arial" panose="020B0604020202020204" pitchFamily="34" charset="0"/>
              <a:buChar char="•"/>
            </a:pPr>
            <a:endParaRPr lang="en-US" sz="1000" dirty="0"/>
          </a:p>
          <a:p>
            <a:r>
              <a:rPr lang="en-US" sz="1100" dirty="0">
                <a:sym typeface="Wingdings" panose="05000000000000000000" pitchFamily="2" charset="2"/>
              </a:rPr>
              <a:t> </a:t>
            </a:r>
            <a:r>
              <a:rPr lang="en-US" sz="1100" b="1" dirty="0"/>
              <a:t>The automatic tests provide deterministic, repeatable, evidence that the program works as expected</a:t>
            </a:r>
            <a:r>
              <a:rPr lang="en-US" sz="1100" dirty="0"/>
              <a:t>.</a:t>
            </a:r>
          </a:p>
        </p:txBody>
      </p:sp>
      <p:sp>
        <p:nvSpPr>
          <p:cNvPr id="126" name="Shape 24">
            <a:extLst>
              <a:ext uri="{FF2B5EF4-FFF2-40B4-BE49-F238E27FC236}">
                <a16:creationId xmlns:a16="http://schemas.microsoft.com/office/drawing/2014/main" id="{EF37CC2A-67F2-3137-4070-2F263B803E48}"/>
              </a:ext>
            </a:extLst>
          </p:cNvPr>
          <p:cNvSpPr/>
          <p:nvPr/>
        </p:nvSpPr>
        <p:spPr>
          <a:xfrm>
            <a:off x="3246118" y="833933"/>
            <a:ext cx="2743200" cy="1981504"/>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128" name="Shape 25">
            <a:extLst>
              <a:ext uri="{FF2B5EF4-FFF2-40B4-BE49-F238E27FC236}">
                <a16:creationId xmlns:a16="http://schemas.microsoft.com/office/drawing/2014/main" id="{C98C3BEA-B434-2409-A6DA-999D39F6A15E}"/>
              </a:ext>
            </a:extLst>
          </p:cNvPr>
          <p:cNvSpPr/>
          <p:nvPr/>
        </p:nvSpPr>
        <p:spPr>
          <a:xfrm>
            <a:off x="3246118" y="833932"/>
            <a:ext cx="2743200" cy="45720"/>
          </a:xfrm>
          <a:prstGeom prst="rect">
            <a:avLst/>
          </a:prstGeom>
          <a:solidFill>
            <a:srgbClr val="F5820A"/>
          </a:solidFill>
          <a:ln/>
        </p:spPr>
        <p:txBody>
          <a:bodyPr/>
          <a:lstStyle/>
          <a:p>
            <a:endParaRPr lang="en-US"/>
          </a:p>
        </p:txBody>
      </p:sp>
      <p:pic>
        <p:nvPicPr>
          <p:cNvPr id="130" name="Image 3" descr="preencoded.png">
            <a:extLst>
              <a:ext uri="{FF2B5EF4-FFF2-40B4-BE49-F238E27FC236}">
                <a16:creationId xmlns:a16="http://schemas.microsoft.com/office/drawing/2014/main" id="{A2F60733-153E-8972-51F3-434664BE6011}"/>
              </a:ext>
            </a:extLst>
          </p:cNvPr>
          <p:cNvPicPr>
            <a:picLocks noChangeAspect="1"/>
          </p:cNvPicPr>
          <p:nvPr/>
        </p:nvPicPr>
        <p:blipFill>
          <a:blip r:embed="rId4"/>
          <a:stretch>
            <a:fillRect/>
          </a:stretch>
        </p:blipFill>
        <p:spPr>
          <a:xfrm>
            <a:off x="3484319" y="971092"/>
            <a:ext cx="457200" cy="457200"/>
          </a:xfrm>
          <a:prstGeom prst="rect">
            <a:avLst/>
          </a:prstGeom>
        </p:spPr>
      </p:pic>
      <p:sp>
        <p:nvSpPr>
          <p:cNvPr id="132" name="Text 27">
            <a:extLst>
              <a:ext uri="{FF2B5EF4-FFF2-40B4-BE49-F238E27FC236}">
                <a16:creationId xmlns:a16="http://schemas.microsoft.com/office/drawing/2014/main" id="{8BD8136B-81D4-E74B-5D68-A062E1259E8D}"/>
              </a:ext>
            </a:extLst>
          </p:cNvPr>
          <p:cNvSpPr/>
          <p:nvPr/>
        </p:nvSpPr>
        <p:spPr>
          <a:xfrm>
            <a:off x="4160518" y="1020470"/>
            <a:ext cx="1691640" cy="365760"/>
          </a:xfrm>
          <a:prstGeom prst="rect">
            <a:avLst/>
          </a:prstGeom>
          <a:noFill/>
          <a:ln/>
        </p:spPr>
        <p:txBody>
          <a:bodyPr wrap="square" lIns="0" tIns="0" rIns="0" bIns="0" rtlCol="0" anchor="ctr"/>
          <a:lstStyle/>
          <a:p>
            <a:pPr marL="0" indent="0">
              <a:buNone/>
            </a:pPr>
            <a:r>
              <a:rPr lang="en-US" sz="1300" b="1" dirty="0">
                <a:solidFill>
                  <a:srgbClr val="0D1B3E"/>
                </a:solidFill>
              </a:rPr>
              <a:t>Spec quality</a:t>
            </a:r>
            <a:endParaRPr lang="en-US" sz="1300" dirty="0"/>
          </a:p>
        </p:txBody>
      </p:sp>
      <p:sp>
        <p:nvSpPr>
          <p:cNvPr id="134" name="Text 28">
            <a:extLst>
              <a:ext uri="{FF2B5EF4-FFF2-40B4-BE49-F238E27FC236}">
                <a16:creationId xmlns:a16="http://schemas.microsoft.com/office/drawing/2014/main" id="{B285835A-FFF2-C228-6164-1D26FD075D15}"/>
              </a:ext>
            </a:extLst>
          </p:cNvPr>
          <p:cNvSpPr/>
          <p:nvPr/>
        </p:nvSpPr>
        <p:spPr>
          <a:xfrm>
            <a:off x="3366818" y="1527048"/>
            <a:ext cx="2558491" cy="125272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t>Well-designed issues = clear acceptance criteria for review</a:t>
            </a:r>
          </a:p>
          <a:p>
            <a:pPr marL="171450" indent="-171450">
              <a:buFont typeface="Arial" panose="020B0604020202020204" pitchFamily="34" charset="0"/>
              <a:buChar char="•"/>
            </a:pPr>
            <a:endParaRPr lang="en-US" sz="700" dirty="0"/>
          </a:p>
          <a:p>
            <a:pPr marL="171450" indent="-171450">
              <a:buFont typeface="Arial" panose="020B0604020202020204" pitchFamily="34" charset="0"/>
              <a:buChar char="•"/>
            </a:pPr>
            <a:r>
              <a:rPr lang="en-US" sz="1100" dirty="0"/>
              <a:t>The agent invests significant time (roughly equal as developing) to understand what must be done with the human guideline.</a:t>
            </a:r>
          </a:p>
        </p:txBody>
      </p:sp>
      <p:sp>
        <p:nvSpPr>
          <p:cNvPr id="136" name="Shape 14">
            <a:extLst>
              <a:ext uri="{FF2B5EF4-FFF2-40B4-BE49-F238E27FC236}">
                <a16:creationId xmlns:a16="http://schemas.microsoft.com/office/drawing/2014/main" id="{7A8ED48E-879E-61C9-57E9-9D71D836405D}"/>
              </a:ext>
            </a:extLst>
          </p:cNvPr>
          <p:cNvSpPr/>
          <p:nvPr/>
        </p:nvSpPr>
        <p:spPr>
          <a:xfrm>
            <a:off x="292608" y="2906878"/>
            <a:ext cx="5696710" cy="2126894"/>
          </a:xfrm>
          <a:prstGeom prst="rect">
            <a:avLst/>
          </a:prstGeom>
          <a:solidFill>
            <a:srgbClr val="FFFFFF"/>
          </a:solidFill>
          <a:ln w="12700">
            <a:solidFill>
              <a:srgbClr val="E2E8F2"/>
            </a:solidFill>
            <a:prstDash val="solid"/>
          </a:ln>
          <a:effectLst>
            <a:outerShdw blurRad="101600" dist="38100" dir="8100000" algn="bl" rotWithShape="0">
              <a:srgbClr val="94A3B8">
                <a:alpha val="25000"/>
              </a:srgbClr>
            </a:outerShdw>
          </a:effectLst>
        </p:spPr>
        <p:txBody>
          <a:bodyPr/>
          <a:lstStyle/>
          <a:p>
            <a:endParaRPr lang="en-US"/>
          </a:p>
        </p:txBody>
      </p:sp>
      <p:sp>
        <p:nvSpPr>
          <p:cNvPr id="138" name="Shape 15">
            <a:extLst>
              <a:ext uri="{FF2B5EF4-FFF2-40B4-BE49-F238E27FC236}">
                <a16:creationId xmlns:a16="http://schemas.microsoft.com/office/drawing/2014/main" id="{1FDBEFD4-1B46-B8CB-5EF2-8CC7709CB37D}"/>
              </a:ext>
            </a:extLst>
          </p:cNvPr>
          <p:cNvSpPr/>
          <p:nvPr/>
        </p:nvSpPr>
        <p:spPr>
          <a:xfrm>
            <a:off x="292608" y="2906877"/>
            <a:ext cx="5696710" cy="45719"/>
          </a:xfrm>
          <a:prstGeom prst="rect">
            <a:avLst/>
          </a:prstGeom>
          <a:solidFill>
            <a:srgbClr val="7030A0"/>
          </a:solidFill>
          <a:ln/>
        </p:spPr>
        <p:txBody>
          <a:bodyPr/>
          <a:lstStyle/>
          <a:p>
            <a:endParaRPr lang="en-US"/>
          </a:p>
        </p:txBody>
      </p:sp>
      <p:sp>
        <p:nvSpPr>
          <p:cNvPr id="140" name="Text 17">
            <a:extLst>
              <a:ext uri="{FF2B5EF4-FFF2-40B4-BE49-F238E27FC236}">
                <a16:creationId xmlns:a16="http://schemas.microsoft.com/office/drawing/2014/main" id="{37F2AAB3-852F-356B-9CDE-29DA616A956B}"/>
              </a:ext>
            </a:extLst>
          </p:cNvPr>
          <p:cNvSpPr/>
          <p:nvPr/>
        </p:nvSpPr>
        <p:spPr>
          <a:xfrm>
            <a:off x="1207008" y="3044038"/>
            <a:ext cx="1691640" cy="365760"/>
          </a:xfrm>
          <a:prstGeom prst="rect">
            <a:avLst/>
          </a:prstGeom>
          <a:noFill/>
          <a:ln/>
        </p:spPr>
        <p:txBody>
          <a:bodyPr wrap="square" lIns="0" tIns="0" rIns="0" bIns="0" rtlCol="0" anchor="ctr"/>
          <a:lstStyle/>
          <a:p>
            <a:pPr marL="0" indent="0">
              <a:buNone/>
            </a:pPr>
            <a:r>
              <a:rPr lang="en-US" sz="1300" b="1" dirty="0">
                <a:solidFill>
                  <a:srgbClr val="0D1B3E"/>
                </a:solidFill>
              </a:rPr>
              <a:t>Coding guidelines</a:t>
            </a:r>
            <a:endParaRPr lang="en-US" sz="1300" dirty="0"/>
          </a:p>
        </p:txBody>
      </p:sp>
      <p:sp>
        <p:nvSpPr>
          <p:cNvPr id="142" name="Text 18">
            <a:extLst>
              <a:ext uri="{FF2B5EF4-FFF2-40B4-BE49-F238E27FC236}">
                <a16:creationId xmlns:a16="http://schemas.microsoft.com/office/drawing/2014/main" id="{D6BC373D-AD67-EFB9-60CC-4A26DB4CB210}"/>
              </a:ext>
            </a:extLst>
          </p:cNvPr>
          <p:cNvSpPr/>
          <p:nvPr/>
        </p:nvSpPr>
        <p:spPr>
          <a:xfrm>
            <a:off x="448054" y="3536900"/>
            <a:ext cx="5404103" cy="1351482"/>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t>Language-specific instructions help (</a:t>
            </a:r>
            <a:r>
              <a:rPr lang="en-US" sz="1100" u="sng" dirty="0"/>
              <a:t>but does not guarantee</a:t>
            </a:r>
            <a:r>
              <a:rPr lang="en-US" sz="1100" dirty="0"/>
              <a:t>) the agent to comply with Static Code Analysis Tools (ex: SonarQube) and the language best practices.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Language-agnostic instructions help (</a:t>
            </a:r>
            <a:r>
              <a:rPr lang="en-US" sz="1100" u="sng" dirty="0"/>
              <a:t>but does not guarantee</a:t>
            </a:r>
            <a:r>
              <a:rPr lang="en-US" sz="1100" dirty="0"/>
              <a:t>) the agent with software design and other engineering principles (ex: TDD). </a:t>
            </a:r>
          </a:p>
        </p:txBody>
      </p:sp>
      <p:pic>
        <p:nvPicPr>
          <p:cNvPr id="144" name="Graphic 143" descr="Clipboard Mixed with solid fill">
            <a:extLst>
              <a:ext uri="{FF2B5EF4-FFF2-40B4-BE49-F238E27FC236}">
                <a16:creationId xmlns:a16="http://schemas.microsoft.com/office/drawing/2014/main" id="{B31F7B9E-B18A-7E29-EE07-C8659138C5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41364" y="915769"/>
            <a:ext cx="594360" cy="594360"/>
          </a:xfrm>
          <a:prstGeom prst="rect">
            <a:avLst/>
          </a:prstGeom>
        </p:spPr>
      </p:pic>
      <p:pic>
        <p:nvPicPr>
          <p:cNvPr id="146" name="Image 4" descr="preencoded.png">
            <a:extLst>
              <a:ext uri="{FF2B5EF4-FFF2-40B4-BE49-F238E27FC236}">
                <a16:creationId xmlns:a16="http://schemas.microsoft.com/office/drawing/2014/main" id="{C3F0BDAE-CE6F-CB74-E105-9A9ADD364CF0}"/>
              </a:ext>
            </a:extLst>
          </p:cNvPr>
          <p:cNvPicPr>
            <a:picLocks noChangeAspect="1"/>
          </p:cNvPicPr>
          <p:nvPr/>
        </p:nvPicPr>
        <p:blipFill>
          <a:blip r:embed="rId6"/>
          <a:stretch>
            <a:fillRect/>
          </a:stretch>
        </p:blipFill>
        <p:spPr>
          <a:xfrm>
            <a:off x="526767" y="2986046"/>
            <a:ext cx="517405" cy="517405"/>
          </a:xfrm>
          <a:prstGeom prst="rect">
            <a:avLst/>
          </a:prstGeom>
        </p:spPr>
      </p:pic>
    </p:spTree>
    <p:extLst>
      <p:ext uri="{BB962C8B-B14F-4D97-AF65-F5344CB8AC3E}">
        <p14:creationId xmlns:p14="http://schemas.microsoft.com/office/powerpoint/2010/main" val="1651284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264B5-8152-3240-7B19-F2473A89A6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8D0039-2F35-8EAA-FB00-D8F1995C24F8}"/>
              </a:ext>
            </a:extLst>
          </p:cNvPr>
          <p:cNvSpPr/>
          <p:nvPr/>
        </p:nvSpPr>
        <p:spPr>
          <a:xfrm>
            <a:off x="0" y="0"/>
            <a:ext cx="9144000" cy="64008"/>
          </a:xfrm>
          <a:prstGeom prst="rect">
            <a:avLst/>
          </a:prstGeom>
          <a:solidFill>
            <a:srgbClr val="00A4BD"/>
          </a:solidFill>
          <a:ln/>
        </p:spPr>
        <p:txBody>
          <a:bodyPr/>
          <a:lstStyle/>
          <a:p>
            <a:endParaRPr lang="en-US"/>
          </a:p>
        </p:txBody>
      </p:sp>
      <p:sp>
        <p:nvSpPr>
          <p:cNvPr id="11" name="Text 2">
            <a:extLst>
              <a:ext uri="{FF2B5EF4-FFF2-40B4-BE49-F238E27FC236}">
                <a16:creationId xmlns:a16="http://schemas.microsoft.com/office/drawing/2014/main" id="{A36E5F9E-F674-88C7-6F11-9E650B4E34CD}"/>
              </a:ext>
            </a:extLst>
          </p:cNvPr>
          <p:cNvSpPr/>
          <p:nvPr/>
        </p:nvSpPr>
        <p:spPr>
          <a:xfrm>
            <a:off x="233266" y="253419"/>
            <a:ext cx="8752114" cy="420624"/>
          </a:xfrm>
          <a:prstGeom prst="rect">
            <a:avLst/>
          </a:prstGeom>
          <a:noFill/>
          <a:ln/>
        </p:spPr>
        <p:txBody>
          <a:bodyPr wrap="square" lIns="0" tIns="0" rIns="0" bIns="0" rtlCol="0" anchor="ctr"/>
          <a:lstStyle/>
          <a:p>
            <a:pPr marL="0" indent="0">
              <a:buNone/>
            </a:pPr>
            <a:r>
              <a:rPr lang="en-US" sz="3600" b="1" dirty="0">
                <a:solidFill>
                  <a:srgbClr val="0D1B3E"/>
                </a:solidFill>
              </a:rPr>
              <a:t>Final thoughts</a:t>
            </a:r>
            <a:endParaRPr lang="en-US" sz="3600" b="1" dirty="0"/>
          </a:p>
        </p:txBody>
      </p:sp>
      <p:sp>
        <p:nvSpPr>
          <p:cNvPr id="4" name="Text 18">
            <a:extLst>
              <a:ext uri="{FF2B5EF4-FFF2-40B4-BE49-F238E27FC236}">
                <a16:creationId xmlns:a16="http://schemas.microsoft.com/office/drawing/2014/main" id="{B5C01983-D09D-3D04-EFAA-71C983351E57}"/>
              </a:ext>
            </a:extLst>
          </p:cNvPr>
          <p:cNvSpPr/>
          <p:nvPr/>
        </p:nvSpPr>
        <p:spPr>
          <a:xfrm>
            <a:off x="233265" y="927461"/>
            <a:ext cx="8642287" cy="396262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400" dirty="0"/>
              <a:t>This is changing fast, learn, experiment and adapt quickly.</a:t>
            </a:r>
          </a:p>
          <a:p>
            <a:pPr marL="171450" indent="-171450">
              <a:buFont typeface="Arial" panose="020B0604020202020204" pitchFamily="34" charset="0"/>
              <a:buChar char="•"/>
            </a:pPr>
            <a:endParaRPr lang="en-US" sz="900" dirty="0"/>
          </a:p>
          <a:p>
            <a:pPr marL="171450" indent="-171450">
              <a:buFont typeface="Arial" panose="020B0604020202020204" pitchFamily="34" charset="0"/>
              <a:buChar char="•"/>
            </a:pPr>
            <a:r>
              <a:rPr lang="en-US" sz="1400" dirty="0"/>
              <a:t>Trust in the agent is not earned, it is proven through evidence (automatic tests?).</a:t>
            </a:r>
          </a:p>
          <a:p>
            <a:pPr marL="171450" indent="-171450">
              <a:buFont typeface="Arial" panose="020B0604020202020204" pitchFamily="34" charset="0"/>
              <a:buChar char="•"/>
            </a:pPr>
            <a:endParaRPr lang="en-US" sz="1400" dirty="0"/>
          </a:p>
          <a:p>
            <a:pPr marL="171450" indent="-171450">
              <a:buFont typeface="Arial" panose="020B0604020202020204" pitchFamily="34" charset="0"/>
              <a:buChar char="•"/>
            </a:pPr>
            <a:r>
              <a:rPr lang="en-US" sz="1400" dirty="0"/>
              <a:t>Ownership: you are the end owner, not the agent.</a:t>
            </a:r>
          </a:p>
          <a:p>
            <a:pPr marL="171450" indent="-171450">
              <a:buFont typeface="Arial" panose="020B0604020202020204" pitchFamily="34" charset="0"/>
              <a:buChar char="•"/>
            </a:pPr>
            <a:endParaRPr lang="en-US" sz="900" dirty="0"/>
          </a:p>
          <a:p>
            <a:pPr marL="171450" indent="-171450">
              <a:buFont typeface="Arial" panose="020B0604020202020204" pitchFamily="34" charset="0"/>
              <a:buChar char="•"/>
            </a:pPr>
            <a:r>
              <a:rPr lang="en-US" sz="1400" dirty="0"/>
              <a:t>The bottleneck in the SDLC has changed from coding to validation, thus invest in making this bottleneck as efficient as possible:</a:t>
            </a:r>
          </a:p>
          <a:p>
            <a:pPr marL="742950" lvl="1" indent="-285750">
              <a:buFont typeface="Wingdings" panose="05000000000000000000" pitchFamily="2" charset="2"/>
              <a:buChar char="§"/>
            </a:pPr>
            <a:r>
              <a:rPr lang="en-US" sz="1200" dirty="0"/>
              <a:t>Example: decrease the time to review PRs, such as only requiring 1 reviewer.</a:t>
            </a:r>
          </a:p>
          <a:p>
            <a:pPr marL="742950" lvl="1" indent="-285750">
              <a:buFont typeface="Wingdings" panose="05000000000000000000" pitchFamily="2" charset="2"/>
              <a:buChar char="§"/>
            </a:pPr>
            <a:r>
              <a:rPr lang="en-US" sz="1200" dirty="0"/>
              <a:t>Example: create easy to review PRs.</a:t>
            </a:r>
          </a:p>
          <a:p>
            <a:pPr marL="285750" indent="-285750">
              <a:buFont typeface="Wingdings" panose="05000000000000000000" pitchFamily="2" charset="2"/>
              <a:buChar char="§"/>
            </a:pPr>
            <a:endParaRPr lang="en-US" sz="900" dirty="0"/>
          </a:p>
          <a:p>
            <a:pPr marL="171450" indent="-171450">
              <a:buFont typeface="Arial" panose="020B0604020202020204" pitchFamily="34" charset="0"/>
              <a:buChar char="•"/>
            </a:pPr>
            <a:r>
              <a:rPr lang="en-US" sz="1400" dirty="0"/>
              <a:t>Calibrate over time how many issues you can handle in parallel. Context switching is exhausting.</a:t>
            </a:r>
          </a:p>
          <a:p>
            <a:pPr marL="171450" indent="-171450">
              <a:buFont typeface="Arial" panose="020B0604020202020204" pitchFamily="34" charset="0"/>
              <a:buChar char="•"/>
            </a:pPr>
            <a:endParaRPr lang="en-US" sz="900" dirty="0"/>
          </a:p>
          <a:p>
            <a:pPr marL="171450" indent="-171450">
              <a:buFont typeface="Arial" panose="020B0604020202020204" pitchFamily="34" charset="0"/>
              <a:buChar char="•"/>
            </a:pPr>
            <a:r>
              <a:rPr lang="en-US" sz="1400" dirty="0"/>
              <a:t>Invest in software engineering principles to make sure you are not just creating technical debt faster.</a:t>
            </a:r>
          </a:p>
          <a:p>
            <a:pPr marL="742950" lvl="1" indent="-285750">
              <a:buFont typeface="Wingdings" panose="05000000000000000000" pitchFamily="2" charset="2"/>
              <a:buChar char="§"/>
            </a:pPr>
            <a:endParaRPr lang="en-US" sz="900" b="1" baseline="30000" dirty="0"/>
          </a:p>
          <a:p>
            <a:pPr marL="168275" indent="-168275">
              <a:buFont typeface="Arial" panose="020B0604020202020204" pitchFamily="34" charset="0"/>
              <a:buChar char="•"/>
            </a:pPr>
            <a:r>
              <a:rPr lang="en-US" sz="1400" dirty="0"/>
              <a:t>When the agent makes a mistake constantly, think how to fix agent instructions so it does not repeat the error again.</a:t>
            </a:r>
            <a:endParaRPr lang="en-US" sz="900" dirty="0"/>
          </a:p>
          <a:p>
            <a:endParaRPr lang="en-US" sz="900" dirty="0"/>
          </a:p>
          <a:p>
            <a:pPr marL="227013" indent="-227013">
              <a:buFont typeface="Arial" panose="020B0604020202020204" pitchFamily="34" charset="0"/>
              <a:buChar char="•"/>
            </a:pPr>
            <a:r>
              <a:rPr lang="en-US" sz="1400" dirty="0"/>
              <a:t>Open questions:</a:t>
            </a:r>
          </a:p>
          <a:p>
            <a:pPr marL="742950" lvl="1" indent="-285750">
              <a:buFont typeface="Arial" panose="020B0604020202020204" pitchFamily="34" charset="0"/>
              <a:buChar char="•"/>
            </a:pPr>
            <a:r>
              <a:rPr lang="en-US" sz="1200" dirty="0"/>
              <a:t>Should the reviewing agent use a different model than the coding agent? How to achieve an unbiased analysis?</a:t>
            </a:r>
          </a:p>
          <a:p>
            <a:pPr marL="742950" lvl="1" indent="-285750">
              <a:buFont typeface="Arial" panose="020B0604020202020204" pitchFamily="34" charset="0"/>
              <a:buChar char="•"/>
            </a:pPr>
            <a:r>
              <a:rPr lang="en-US" sz="1200" dirty="0"/>
              <a:t>How to be economically $$$ efficient with token usage?</a:t>
            </a:r>
            <a:endParaRPr lang="en-US" sz="1600" b="1" baseline="30000" dirty="0"/>
          </a:p>
          <a:p>
            <a:pPr marL="171450" indent="-171450">
              <a:buFont typeface="Arial" panose="020B0604020202020204" pitchFamily="34" charset="0"/>
              <a:buChar char="•"/>
            </a:pPr>
            <a:endParaRPr lang="en-US" sz="1600" dirty="0"/>
          </a:p>
        </p:txBody>
      </p:sp>
    </p:spTree>
    <p:extLst>
      <p:ext uri="{BB962C8B-B14F-4D97-AF65-F5344CB8AC3E}">
        <p14:creationId xmlns:p14="http://schemas.microsoft.com/office/powerpoint/2010/main" val="304382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 y="365760"/>
            <a:ext cx="8229600" cy="1097280"/>
          </a:xfrm>
          <a:prstGeom prst="rect">
            <a:avLst/>
          </a:prstGeom>
          <a:noFill/>
        </p:spPr>
        <p:txBody>
          <a:bodyPr wrap="square">
            <a:spAutoFit/>
          </a:bodyPr>
          <a:lstStyle/>
          <a:p>
            <a:pPr algn="l"/>
            <a:r>
              <a:rPr sz="6000" b="1" i="0" dirty="0">
                <a:solidFill>
                  <a:srgbClr val="0A1628"/>
                </a:solidFill>
                <a:latin typeface="Calibri"/>
              </a:rPr>
              <a:t>Thank you</a:t>
            </a:r>
          </a:p>
        </p:txBody>
      </p:sp>
      <p:sp>
        <p:nvSpPr>
          <p:cNvPr id="3" name="Rectangle 2"/>
          <p:cNvSpPr/>
          <p:nvPr/>
        </p:nvSpPr>
        <p:spPr>
          <a:xfrm>
            <a:off x="388620" y="1554480"/>
            <a:ext cx="8229600" cy="36576"/>
          </a:xfrm>
          <a:prstGeom prst="rect">
            <a:avLst/>
          </a:prstGeom>
          <a:solidFill>
            <a:srgbClr val="007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67FC925-3049-5023-F37C-B488F0DDAD12}"/>
              </a:ext>
            </a:extLst>
          </p:cNvPr>
          <p:cNvSpPr txBox="1"/>
          <p:nvPr/>
        </p:nvSpPr>
        <p:spPr>
          <a:xfrm>
            <a:off x="441960" y="2950686"/>
            <a:ext cx="4572000" cy="369332"/>
          </a:xfrm>
          <a:prstGeom prst="rect">
            <a:avLst/>
          </a:prstGeom>
          <a:noFill/>
        </p:spPr>
        <p:txBody>
          <a:bodyPr wrap="square">
            <a:spAutoFit/>
          </a:bodyPr>
          <a:lstStyle/>
          <a:p>
            <a:r>
              <a:rPr lang="en-US" dirty="0">
                <a:hlinkClick r:id="rId2"/>
              </a:rPr>
              <a:t>https://forms.gle/Ajp2wa3kgcDhyGDW7</a:t>
            </a:r>
            <a:r>
              <a:rPr lang="en-US" dirty="0"/>
              <a:t> </a:t>
            </a:r>
          </a:p>
        </p:txBody>
      </p:sp>
      <p:sp>
        <p:nvSpPr>
          <p:cNvPr id="9" name="TextBox 8">
            <a:extLst>
              <a:ext uri="{FF2B5EF4-FFF2-40B4-BE49-F238E27FC236}">
                <a16:creationId xmlns:a16="http://schemas.microsoft.com/office/drawing/2014/main" id="{EBC00993-E833-5B49-EE01-049E21D98E6E}"/>
              </a:ext>
            </a:extLst>
          </p:cNvPr>
          <p:cNvSpPr txBox="1"/>
          <p:nvPr/>
        </p:nvSpPr>
        <p:spPr>
          <a:xfrm>
            <a:off x="441960" y="2529054"/>
            <a:ext cx="4572000" cy="369332"/>
          </a:xfrm>
          <a:prstGeom prst="rect">
            <a:avLst/>
          </a:prstGeom>
          <a:noFill/>
        </p:spPr>
        <p:txBody>
          <a:bodyPr wrap="square">
            <a:spAutoFit/>
          </a:bodyPr>
          <a:lstStyle/>
          <a:p>
            <a:r>
              <a:rPr lang="en-US" sz="1800" b="0" i="0" dirty="0">
                <a:solidFill>
                  <a:srgbClr val="2D3748"/>
                </a:solidFill>
                <a:latin typeface="Calibri"/>
              </a:rPr>
              <a:t>Provide your feedback here please:</a:t>
            </a:r>
            <a:endParaRPr lang="en-US" dirty="0"/>
          </a:p>
        </p:txBody>
      </p:sp>
      <p:pic>
        <p:nvPicPr>
          <p:cNvPr id="11" name="Picture 10">
            <a:extLst>
              <a:ext uri="{FF2B5EF4-FFF2-40B4-BE49-F238E27FC236}">
                <a16:creationId xmlns:a16="http://schemas.microsoft.com/office/drawing/2014/main" id="{D4F567CB-A713-ABEE-D8FF-DB8361AC57CA}"/>
              </a:ext>
            </a:extLst>
          </p:cNvPr>
          <p:cNvPicPr>
            <a:picLocks noChangeAspect="1"/>
          </p:cNvPicPr>
          <p:nvPr/>
        </p:nvPicPr>
        <p:blipFill>
          <a:blip r:embed="rId3"/>
          <a:stretch>
            <a:fillRect/>
          </a:stretch>
        </p:blipFill>
        <p:spPr>
          <a:xfrm>
            <a:off x="4450080" y="259080"/>
            <a:ext cx="4572000"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793faf-eb3f-4d99-a0cf-aef7cce79dc1}" enabled="0" method="" siteId="{49793faf-eb3f-4d99-a0cf-aef7cce79dc1}" removed="1"/>
</clbl:labelList>
</file>

<file path=docProps/app.xml><?xml version="1.0" encoding="utf-8"?>
<Properties xmlns="http://schemas.openxmlformats.org/officeDocument/2006/extended-properties" xmlns:vt="http://schemas.openxmlformats.org/officeDocument/2006/docPropsVTypes">
  <TotalTime>1726</TotalTime>
  <Words>1889</Words>
  <Application>Microsoft Office PowerPoint</Application>
  <PresentationFormat>On-screen Show (16:9)</PresentationFormat>
  <Paragraphs>239</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Self-Coding to Managing Agents in Parallel</dc:title>
  <dc:subject>PptxGenJS Presentation</dc:subject>
  <dc:creator>American Airlines OR Team</dc:creator>
  <cp:lastModifiedBy>Francisco Zenteno Smith</cp:lastModifiedBy>
  <cp:revision>37</cp:revision>
  <dcterms:created xsi:type="dcterms:W3CDTF">2026-04-01T14:13:26Z</dcterms:created>
  <dcterms:modified xsi:type="dcterms:W3CDTF">2026-07-08T02:04:26Z</dcterms:modified>
</cp:coreProperties>
</file>
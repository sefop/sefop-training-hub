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84" r:id="rId4"/>
    <p:sldId id="276" r:id="rId5"/>
    <p:sldId id="281" r:id="rId6"/>
    <p:sldId id="280" r:id="rId7"/>
    <p:sldId id="279" r:id="rId8"/>
    <p:sldId id="283" r:id="rId9"/>
    <p:sldId id="277" r:id="rId10"/>
    <p:sldId id="278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B2C116-D645-4839-AFA3-D70C82169D38}" v="306" dt="2026-06-24T13:56:20.6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47" autoAdjust="0"/>
  </p:normalViewPr>
  <p:slideViewPr>
    <p:cSldViewPr snapToGrid="0">
      <p:cViewPr varScale="1">
        <p:scale>
          <a:sx n="99" d="100"/>
          <a:sy n="99" d="100"/>
        </p:scale>
        <p:origin x="922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enteno Smith, Francisco" userId="a00ea38b-0d5e-42e4-8f85-e159a65b10ad" providerId="ADAL" clId="{86CB82BE-B1B8-4EE5-ACA9-DB0DDB5C848F}"/>
    <pc:docChg chg="undo custSel addSld delSld modSld sldOrd">
      <pc:chgData name="Zenteno Smith, Francisco" userId="a00ea38b-0d5e-42e4-8f85-e159a65b10ad" providerId="ADAL" clId="{86CB82BE-B1B8-4EE5-ACA9-DB0DDB5C848F}" dt="2026-05-05T14:06:44.937" v="18668" actId="729"/>
      <pc:docMkLst>
        <pc:docMk/>
      </pc:docMkLst>
      <pc:sldChg chg="addSp delSp modSp mod">
        <pc:chgData name="Zenteno Smith, Francisco" userId="a00ea38b-0d5e-42e4-8f85-e159a65b10ad" providerId="ADAL" clId="{86CB82BE-B1B8-4EE5-ACA9-DB0DDB5C848F}" dt="2026-04-16T15:50:41.042" v="12332" actId="403"/>
        <pc:sldMkLst>
          <pc:docMk/>
          <pc:sldMk cId="0" sldId="256"/>
        </pc:sldMkLst>
      </pc:sldChg>
      <pc:sldChg chg="del">
        <pc:chgData name="Zenteno Smith, Francisco" userId="a00ea38b-0d5e-42e4-8f85-e159a65b10ad" providerId="ADAL" clId="{86CB82BE-B1B8-4EE5-ACA9-DB0DDB5C848F}" dt="2026-04-01T21:11:48.856" v="857" actId="47"/>
        <pc:sldMkLst>
          <pc:docMk/>
          <pc:sldMk cId="0" sldId="257"/>
        </pc:sldMkLst>
      </pc:sldChg>
      <pc:sldChg chg="addSp delSp modSp mod setBg modAnim">
        <pc:chgData name="Zenteno Smith, Francisco" userId="a00ea38b-0d5e-42e4-8f85-e159a65b10ad" providerId="ADAL" clId="{86CB82BE-B1B8-4EE5-ACA9-DB0DDB5C848F}" dt="2026-05-05T14:05:21.062" v="18665" actId="20578"/>
        <pc:sldMkLst>
          <pc:docMk/>
          <pc:sldMk cId="0" sldId="258"/>
        </pc:sldMkLst>
      </pc:sldChg>
      <pc:sldChg chg="delSp modSp del mod">
        <pc:chgData name="Zenteno Smith, Francisco" userId="a00ea38b-0d5e-42e4-8f85-e159a65b10ad" providerId="ADAL" clId="{86CB82BE-B1B8-4EE5-ACA9-DB0DDB5C848F}" dt="2026-04-02T18:53:45.056" v="2655" actId="47"/>
        <pc:sldMkLst>
          <pc:docMk/>
          <pc:sldMk cId="0" sldId="259"/>
        </pc:sldMkLst>
      </pc:sldChg>
      <pc:sldChg chg="addSp delSp modSp del mod setBg modNotesTx">
        <pc:chgData name="Zenteno Smith, Francisco" userId="a00ea38b-0d5e-42e4-8f85-e159a65b10ad" providerId="ADAL" clId="{86CB82BE-B1B8-4EE5-ACA9-DB0DDB5C848F}" dt="2026-04-16T15:50:17.838" v="12312" actId="47"/>
        <pc:sldMkLst>
          <pc:docMk/>
          <pc:sldMk cId="0" sldId="260"/>
        </pc:sldMkLst>
      </pc:sldChg>
      <pc:sldChg chg="modSp del mod">
        <pc:chgData name="Zenteno Smith, Francisco" userId="a00ea38b-0d5e-42e4-8f85-e159a65b10ad" providerId="ADAL" clId="{86CB82BE-B1B8-4EE5-ACA9-DB0DDB5C848F}" dt="2026-04-02T19:52:08.643" v="5171" actId="47"/>
        <pc:sldMkLst>
          <pc:docMk/>
          <pc:sldMk cId="0" sldId="261"/>
        </pc:sldMkLst>
      </pc:sldChg>
      <pc:sldChg chg="del">
        <pc:chgData name="Zenteno Smith, Francisco" userId="a00ea38b-0d5e-42e4-8f85-e159a65b10ad" providerId="ADAL" clId="{86CB82BE-B1B8-4EE5-ACA9-DB0DDB5C848F}" dt="2026-04-02T19:29:13.565" v="4135" actId="47"/>
        <pc:sldMkLst>
          <pc:docMk/>
          <pc:sldMk cId="0" sldId="262"/>
        </pc:sldMkLst>
      </pc:sldChg>
      <pc:sldChg chg="del">
        <pc:chgData name="Zenteno Smith, Francisco" userId="a00ea38b-0d5e-42e4-8f85-e159a65b10ad" providerId="ADAL" clId="{86CB82BE-B1B8-4EE5-ACA9-DB0DDB5C848F}" dt="2026-04-01T22:03:18.088" v="1186" actId="47"/>
        <pc:sldMkLst>
          <pc:docMk/>
          <pc:sldMk cId="0" sldId="263"/>
        </pc:sldMkLst>
      </pc:sldChg>
      <pc:sldChg chg="delSp modSp del mod">
        <pc:chgData name="Zenteno Smith, Francisco" userId="a00ea38b-0d5e-42e4-8f85-e159a65b10ad" providerId="ADAL" clId="{86CB82BE-B1B8-4EE5-ACA9-DB0DDB5C848F}" dt="2026-04-16T15:50:21.944" v="12318" actId="47"/>
        <pc:sldMkLst>
          <pc:docMk/>
          <pc:sldMk cId="0" sldId="265"/>
        </pc:sldMkLst>
      </pc:sldChg>
      <pc:sldChg chg="addSp delSp modSp add del mod setBg">
        <pc:chgData name="Zenteno Smith, Francisco" userId="a00ea38b-0d5e-42e4-8f85-e159a65b10ad" providerId="ADAL" clId="{86CB82BE-B1B8-4EE5-ACA9-DB0DDB5C848F}" dt="2026-04-01T21:22:28.673" v="1051" actId="47"/>
        <pc:sldMkLst>
          <pc:docMk/>
          <pc:sldMk cId="2015915078" sldId="266"/>
        </pc:sldMkLst>
      </pc:sldChg>
      <pc:sldChg chg="addSp delSp modSp add del mod setBg modAnim modNotesTx">
        <pc:chgData name="Zenteno Smith, Francisco" userId="a00ea38b-0d5e-42e4-8f85-e159a65b10ad" providerId="ADAL" clId="{86CB82BE-B1B8-4EE5-ACA9-DB0DDB5C848F}" dt="2026-04-06T21:26:22.262" v="10274" actId="47"/>
        <pc:sldMkLst>
          <pc:docMk/>
          <pc:sldMk cId="2251904248" sldId="266"/>
        </pc:sldMkLst>
      </pc:sldChg>
      <pc:sldChg chg="addSp delSp modSp add del mod setBg">
        <pc:chgData name="Zenteno Smith, Francisco" userId="a00ea38b-0d5e-42e4-8f85-e159a65b10ad" providerId="ADAL" clId="{86CB82BE-B1B8-4EE5-ACA9-DB0DDB5C848F}" dt="2026-04-16T15:50:20.476" v="12316" actId="47"/>
        <pc:sldMkLst>
          <pc:docMk/>
          <pc:sldMk cId="2003873292" sldId="267"/>
        </pc:sldMkLst>
      </pc:sldChg>
      <pc:sldChg chg="add del">
        <pc:chgData name="Zenteno Smith, Francisco" userId="a00ea38b-0d5e-42e4-8f85-e159a65b10ad" providerId="ADAL" clId="{86CB82BE-B1B8-4EE5-ACA9-DB0DDB5C848F}" dt="2026-04-02T17:24:20.490" v="2654" actId="47"/>
        <pc:sldMkLst>
          <pc:docMk/>
          <pc:sldMk cId="4249488430" sldId="267"/>
        </pc:sldMkLst>
      </pc:sldChg>
      <pc:sldChg chg="addSp delSp modSp add del mod setBg modNotesTx">
        <pc:chgData name="Zenteno Smith, Francisco" userId="a00ea38b-0d5e-42e4-8f85-e159a65b10ad" providerId="ADAL" clId="{86CB82BE-B1B8-4EE5-ACA9-DB0DDB5C848F}" dt="2026-04-16T15:50:19.934" v="12315" actId="47"/>
        <pc:sldMkLst>
          <pc:docMk/>
          <pc:sldMk cId="648742750" sldId="268"/>
        </pc:sldMkLst>
      </pc:sldChg>
      <pc:sldChg chg="modSp add del mod">
        <pc:chgData name="Zenteno Smith, Francisco" userId="a00ea38b-0d5e-42e4-8f85-e159a65b10ad" providerId="ADAL" clId="{86CB82BE-B1B8-4EE5-ACA9-DB0DDB5C848F}" dt="2026-04-02T19:54:02.169" v="5226" actId="47"/>
        <pc:sldMkLst>
          <pc:docMk/>
          <pc:sldMk cId="4076700888" sldId="268"/>
        </pc:sldMkLst>
      </pc:sldChg>
      <pc:sldChg chg="addSp delSp modSp add del mod delAnim modNotesTx">
        <pc:chgData name="Zenteno Smith, Francisco" userId="a00ea38b-0d5e-42e4-8f85-e159a65b10ad" providerId="ADAL" clId="{86CB82BE-B1B8-4EE5-ACA9-DB0DDB5C848F}" dt="2026-04-16T15:50:15.741" v="12310" actId="47"/>
        <pc:sldMkLst>
          <pc:docMk/>
          <pc:sldMk cId="83391453" sldId="269"/>
        </pc:sldMkLst>
      </pc:sldChg>
      <pc:sldChg chg="addSp delSp modSp add del mod">
        <pc:chgData name="Zenteno Smith, Francisco" userId="a00ea38b-0d5e-42e4-8f85-e159a65b10ad" providerId="ADAL" clId="{86CB82BE-B1B8-4EE5-ACA9-DB0DDB5C848F}" dt="2026-04-16T15:50:21.038" v="12317" actId="47"/>
        <pc:sldMkLst>
          <pc:docMk/>
          <pc:sldMk cId="3512395007" sldId="270"/>
        </pc:sldMkLst>
      </pc:sldChg>
      <pc:sldChg chg="addSp delSp modSp add del mod ord setBg modNotesTx">
        <pc:chgData name="Zenteno Smith, Francisco" userId="a00ea38b-0d5e-42e4-8f85-e159a65b10ad" providerId="ADAL" clId="{86CB82BE-B1B8-4EE5-ACA9-DB0DDB5C848F}" dt="2026-04-16T15:50:16.917" v="12311" actId="47"/>
        <pc:sldMkLst>
          <pc:docMk/>
          <pc:sldMk cId="1445865913" sldId="271"/>
        </pc:sldMkLst>
      </pc:sldChg>
      <pc:sldChg chg="addSp delSp modSp add del mod setBg">
        <pc:chgData name="Zenteno Smith, Francisco" userId="a00ea38b-0d5e-42e4-8f85-e159a65b10ad" providerId="ADAL" clId="{86CB82BE-B1B8-4EE5-ACA9-DB0DDB5C848F}" dt="2026-04-16T15:50:19.223" v="12314" actId="47"/>
        <pc:sldMkLst>
          <pc:docMk/>
          <pc:sldMk cId="36666530" sldId="272"/>
        </pc:sldMkLst>
      </pc:sldChg>
      <pc:sldChg chg="addSp delSp modSp add del mod">
        <pc:chgData name="Zenteno Smith, Francisco" userId="a00ea38b-0d5e-42e4-8f85-e159a65b10ad" providerId="ADAL" clId="{86CB82BE-B1B8-4EE5-ACA9-DB0DDB5C848F}" dt="2026-04-16T15:50:18.644" v="12313" actId="47"/>
        <pc:sldMkLst>
          <pc:docMk/>
          <pc:sldMk cId="761126144" sldId="273"/>
        </pc:sldMkLst>
      </pc:sldChg>
      <pc:sldChg chg="addSp delSp modSp add del mod delAnim modAnim">
        <pc:chgData name="Zenteno Smith, Francisco" userId="a00ea38b-0d5e-42e4-8f85-e159a65b10ad" providerId="ADAL" clId="{86CB82BE-B1B8-4EE5-ACA9-DB0DDB5C848F}" dt="2026-04-16T15:50:14.628" v="12309" actId="47"/>
        <pc:sldMkLst>
          <pc:docMk/>
          <pc:sldMk cId="2468666607" sldId="274"/>
        </pc:sldMkLst>
      </pc:sldChg>
      <pc:sldChg chg="addSp delSp modSp add del mod modNotesTx">
        <pc:chgData name="Zenteno Smith, Francisco" userId="a00ea38b-0d5e-42e4-8f85-e159a65b10ad" providerId="ADAL" clId="{86CB82BE-B1B8-4EE5-ACA9-DB0DDB5C848F}" dt="2026-04-08T14:31:39.368" v="11232" actId="47"/>
        <pc:sldMkLst>
          <pc:docMk/>
          <pc:sldMk cId="2906798583" sldId="275"/>
        </pc:sldMkLst>
      </pc:sldChg>
      <pc:sldChg chg="add del setBg">
        <pc:chgData name="Zenteno Smith, Francisco" userId="a00ea38b-0d5e-42e4-8f85-e159a65b10ad" providerId="ADAL" clId="{86CB82BE-B1B8-4EE5-ACA9-DB0DDB5C848F}" dt="2026-04-16T15:50:13.792" v="12308" actId="47"/>
        <pc:sldMkLst>
          <pc:docMk/>
          <pc:sldMk cId="3669935739" sldId="275"/>
        </pc:sldMkLst>
      </pc:sldChg>
      <pc:sldChg chg="addSp delSp modSp add mod setBg modAnim">
        <pc:chgData name="Zenteno Smith, Francisco" userId="a00ea38b-0d5e-42e4-8f85-e159a65b10ad" providerId="ADAL" clId="{86CB82BE-B1B8-4EE5-ACA9-DB0DDB5C848F}" dt="2026-05-04T20:42:25.908" v="18603" actId="1076"/>
        <pc:sldMkLst>
          <pc:docMk/>
          <pc:sldMk cId="895137769" sldId="276"/>
        </pc:sldMkLst>
      </pc:sldChg>
      <pc:sldChg chg="addSp modSp add mod">
        <pc:chgData name="Zenteno Smith, Francisco" userId="a00ea38b-0d5e-42e4-8f85-e159a65b10ad" providerId="ADAL" clId="{86CB82BE-B1B8-4EE5-ACA9-DB0DDB5C848F}" dt="2026-04-20T15:11:02.135" v="18228" actId="20577"/>
        <pc:sldMkLst>
          <pc:docMk/>
          <pc:sldMk cId="3872403537" sldId="277"/>
        </pc:sldMkLst>
      </pc:sldChg>
      <pc:sldChg chg="addSp modSp add mod modAnim">
        <pc:chgData name="Zenteno Smith, Francisco" userId="a00ea38b-0d5e-42e4-8f85-e159a65b10ad" providerId="ADAL" clId="{86CB82BE-B1B8-4EE5-ACA9-DB0DDB5C848F}" dt="2026-04-20T15:12:38.457" v="18303" actId="1036"/>
        <pc:sldMkLst>
          <pc:docMk/>
          <pc:sldMk cId="3339437331" sldId="278"/>
        </pc:sldMkLst>
      </pc:sldChg>
      <pc:sldChg chg="addSp delSp modSp add mod modAnim modNotesTx">
        <pc:chgData name="Zenteno Smith, Francisco" userId="a00ea38b-0d5e-42e4-8f85-e159a65b10ad" providerId="ADAL" clId="{86CB82BE-B1B8-4EE5-ACA9-DB0DDB5C848F}" dt="2026-04-20T15:05:44.454" v="18128"/>
        <pc:sldMkLst>
          <pc:docMk/>
          <pc:sldMk cId="3203572191" sldId="279"/>
        </pc:sldMkLst>
      </pc:sldChg>
      <pc:sldChg chg="addSp delSp modSp add mod modAnim">
        <pc:chgData name="Zenteno Smith, Francisco" userId="a00ea38b-0d5e-42e4-8f85-e159a65b10ad" providerId="ADAL" clId="{86CB82BE-B1B8-4EE5-ACA9-DB0DDB5C848F}" dt="2026-05-04T20:51:51.041" v="18651" actId="20577"/>
        <pc:sldMkLst>
          <pc:docMk/>
          <pc:sldMk cId="1215369807" sldId="280"/>
        </pc:sldMkLst>
      </pc:sldChg>
      <pc:sldChg chg="addSp delSp modSp add mod modAnim modShow">
        <pc:chgData name="Zenteno Smith, Francisco" userId="a00ea38b-0d5e-42e4-8f85-e159a65b10ad" providerId="ADAL" clId="{86CB82BE-B1B8-4EE5-ACA9-DB0DDB5C848F}" dt="2026-05-05T14:06:44.937" v="18668" actId="729"/>
        <pc:sldMkLst>
          <pc:docMk/>
          <pc:sldMk cId="75715690" sldId="281"/>
        </pc:sldMkLst>
      </pc:sldChg>
      <pc:sldChg chg="addSp delSp modSp add mod delAnim modNotesTx">
        <pc:chgData name="Zenteno Smith, Francisco" userId="a00ea38b-0d5e-42e4-8f85-e159a65b10ad" providerId="ADAL" clId="{86CB82BE-B1B8-4EE5-ACA9-DB0DDB5C848F}" dt="2026-04-16T19:52:43.538" v="17333" actId="1076"/>
        <pc:sldMkLst>
          <pc:docMk/>
          <pc:sldMk cId="4105354561" sldId="282"/>
        </pc:sldMkLst>
      </pc:sldChg>
      <pc:sldChg chg="addSp delSp modSp add mod delAnim modAnim modNotesTx">
        <pc:chgData name="Zenteno Smith, Francisco" userId="a00ea38b-0d5e-42e4-8f85-e159a65b10ad" providerId="ADAL" clId="{86CB82BE-B1B8-4EE5-ACA9-DB0DDB5C848F}" dt="2026-04-20T15:10:20.919" v="18226" actId="166"/>
        <pc:sldMkLst>
          <pc:docMk/>
          <pc:sldMk cId="2087400728" sldId="283"/>
        </pc:sldMkLst>
      </pc:sldChg>
      <pc:sldChg chg="addSp delSp modSp add mod modAnim">
        <pc:chgData name="Zenteno Smith, Francisco" userId="a00ea38b-0d5e-42e4-8f85-e159a65b10ad" providerId="ADAL" clId="{86CB82BE-B1B8-4EE5-ACA9-DB0DDB5C848F}" dt="2026-05-05T14:06:16.422" v="18667" actId="20577"/>
        <pc:sldMkLst>
          <pc:docMk/>
          <pc:sldMk cId="2044979837" sldId="284"/>
        </pc:sldMkLst>
      </pc:sldChg>
    </pc:docChg>
  </pc:docChgLst>
  <pc:docChgLst>
    <pc:chgData name="Zenteno Smith, Francisco" userId="a00ea38b-0d5e-42e4-8f85-e159a65b10ad" providerId="ADAL" clId="{AAEA6F28-69D4-4B08-8D1B-AACEFC653670}"/>
    <pc:docChg chg="undo custSel addSld modSld sldOrd">
      <pc:chgData name="Zenteno Smith, Francisco" userId="a00ea38b-0d5e-42e4-8f85-e159a65b10ad" providerId="ADAL" clId="{AAEA6F28-69D4-4B08-8D1B-AACEFC653670}" dt="2026-06-24T13:56:20.607" v="969"/>
      <pc:docMkLst>
        <pc:docMk/>
      </pc:docMkLst>
      <pc:sldChg chg="modSp mod">
        <pc:chgData name="Zenteno Smith, Francisco" userId="a00ea38b-0d5e-42e4-8f85-e159a65b10ad" providerId="ADAL" clId="{AAEA6F28-69D4-4B08-8D1B-AACEFC653670}" dt="2026-06-19T19:59:36.248" v="3" actId="20577"/>
        <pc:sldMkLst>
          <pc:docMk/>
          <pc:sldMk cId="0" sldId="256"/>
        </pc:sldMkLst>
        <pc:spChg chg="mod">
          <ac:chgData name="Zenteno Smith, Francisco" userId="a00ea38b-0d5e-42e4-8f85-e159a65b10ad" providerId="ADAL" clId="{AAEA6F28-69D4-4B08-8D1B-AACEFC653670}" dt="2026-06-19T19:59:36.248" v="3" actId="20577"/>
          <ac:spMkLst>
            <pc:docMk/>
            <pc:sldMk cId="0" sldId="256"/>
            <ac:spMk id="16" creationId="{C16A04EF-4E3E-D0CD-C31E-092887834CBB}"/>
          </ac:spMkLst>
        </pc:spChg>
      </pc:sldChg>
      <pc:sldChg chg="addSp modSp mod modAnim">
        <pc:chgData name="Zenteno Smith, Francisco" userId="a00ea38b-0d5e-42e4-8f85-e159a65b10ad" providerId="ADAL" clId="{AAEA6F28-69D4-4B08-8D1B-AACEFC653670}" dt="2026-06-24T13:56:20.607" v="969"/>
        <pc:sldMkLst>
          <pc:docMk/>
          <pc:sldMk cId="0" sldId="258"/>
        </pc:sldMkLst>
        <pc:spChg chg="mod">
          <ac:chgData name="Zenteno Smith, Francisco" userId="a00ea38b-0d5e-42e4-8f85-e159a65b10ad" providerId="ADAL" clId="{AAEA6F28-69D4-4B08-8D1B-AACEFC653670}" dt="2026-06-19T20:41:53.853" v="86" actId="164"/>
          <ac:spMkLst>
            <pc:docMk/>
            <pc:sldMk cId="0" sldId="258"/>
            <ac:spMk id="8" creationId="{EB8FB395-D983-5D57-5BD2-A1D67F0C27A8}"/>
          </ac:spMkLst>
        </pc:spChg>
        <pc:spChg chg="mod">
          <ac:chgData name="Zenteno Smith, Francisco" userId="a00ea38b-0d5e-42e4-8f85-e159a65b10ad" providerId="ADAL" clId="{AAEA6F28-69D4-4B08-8D1B-AACEFC653670}" dt="2026-06-20T21:31:44.578" v="752" actId="115"/>
          <ac:spMkLst>
            <pc:docMk/>
            <pc:sldMk cId="0" sldId="258"/>
            <ac:spMk id="9" creationId="{7B58724E-3D99-35D0-B3E2-4525447648BE}"/>
          </ac:spMkLst>
        </pc:spChg>
        <pc:spChg chg="mod">
          <ac:chgData name="Zenteno Smith, Francisco" userId="a00ea38b-0d5e-42e4-8f85-e159a65b10ad" providerId="ADAL" clId="{AAEA6F28-69D4-4B08-8D1B-AACEFC653670}" dt="2026-06-19T20:41:53.853" v="86" actId="164"/>
          <ac:spMkLst>
            <pc:docMk/>
            <pc:sldMk cId="0" sldId="258"/>
            <ac:spMk id="10" creationId="{9110090B-E3F1-5129-BACF-99EB48C121B1}"/>
          </ac:spMkLst>
        </pc:spChg>
        <pc:spChg chg="mod">
          <ac:chgData name="Zenteno Smith, Francisco" userId="a00ea38b-0d5e-42e4-8f85-e159a65b10ad" providerId="ADAL" clId="{AAEA6F28-69D4-4B08-8D1B-AACEFC653670}" dt="2026-06-19T20:41:53.853" v="86" actId="164"/>
          <ac:spMkLst>
            <pc:docMk/>
            <pc:sldMk cId="0" sldId="258"/>
            <ac:spMk id="12" creationId="{3D2FF9B6-FD14-81ED-7855-3377C029ED77}"/>
          </ac:spMkLst>
        </pc:spChg>
        <pc:grpChg chg="add mod">
          <ac:chgData name="Zenteno Smith, Francisco" userId="a00ea38b-0d5e-42e4-8f85-e159a65b10ad" providerId="ADAL" clId="{AAEA6F28-69D4-4B08-8D1B-AACEFC653670}" dt="2026-06-19T20:41:53.853" v="86" actId="164"/>
          <ac:grpSpMkLst>
            <pc:docMk/>
            <pc:sldMk cId="0" sldId="258"/>
            <ac:grpSpMk id="11" creationId="{0C3E5617-AE91-4DF7-0246-819680CF6253}"/>
          </ac:grpSpMkLst>
        </pc:grpChg>
        <pc:picChg chg="mod">
          <ac:chgData name="Zenteno Smith, Francisco" userId="a00ea38b-0d5e-42e4-8f85-e159a65b10ad" providerId="ADAL" clId="{AAEA6F28-69D4-4B08-8D1B-AACEFC653670}" dt="2026-06-19T20:41:53.853" v="86" actId="164"/>
          <ac:picMkLst>
            <pc:docMk/>
            <pc:sldMk cId="0" sldId="258"/>
            <ac:picMk id="29" creationId="{6779AD9C-424E-236F-42B3-A0B179195620}"/>
          </ac:picMkLst>
        </pc:picChg>
        <pc:cxnChg chg="add mod">
          <ac:chgData name="Zenteno Smith, Francisco" userId="a00ea38b-0d5e-42e4-8f85-e159a65b10ad" providerId="ADAL" clId="{AAEA6F28-69D4-4B08-8D1B-AACEFC653670}" dt="2026-06-19T20:41:18.183" v="82" actId="13822"/>
          <ac:cxnSpMkLst>
            <pc:docMk/>
            <pc:sldMk cId="0" sldId="258"/>
            <ac:cxnSpMk id="5" creationId="{D85E6C7F-5CF4-43C6-701E-F451B85FE760}"/>
          </ac:cxnSpMkLst>
        </pc:cxnChg>
      </pc:sldChg>
      <pc:sldChg chg="modSp mod ord modAnim">
        <pc:chgData name="Zenteno Smith, Francisco" userId="a00ea38b-0d5e-42e4-8f85-e159a65b10ad" providerId="ADAL" clId="{AAEA6F28-69D4-4B08-8D1B-AACEFC653670}" dt="2026-06-22T14:17:12.347" v="965"/>
        <pc:sldMkLst>
          <pc:docMk/>
          <pc:sldMk cId="895137769" sldId="276"/>
        </pc:sldMkLst>
        <pc:spChg chg="mod">
          <ac:chgData name="Zenteno Smith, Francisco" userId="a00ea38b-0d5e-42e4-8f85-e159a65b10ad" providerId="ADAL" clId="{AAEA6F28-69D4-4B08-8D1B-AACEFC653670}" dt="2026-06-22T14:17:12.347" v="965"/>
          <ac:spMkLst>
            <pc:docMk/>
            <pc:sldMk cId="895137769" sldId="276"/>
            <ac:spMk id="4" creationId="{9B36BF58-0DF2-6FA0-A10C-1B6103357C2B}"/>
          </ac:spMkLst>
        </pc:spChg>
        <pc:spChg chg="mod">
          <ac:chgData name="Zenteno Smith, Francisco" userId="a00ea38b-0d5e-42e4-8f85-e159a65b10ad" providerId="ADAL" clId="{AAEA6F28-69D4-4B08-8D1B-AACEFC653670}" dt="2026-06-19T20:44:37.902" v="103" actId="20577"/>
          <ac:spMkLst>
            <pc:docMk/>
            <pc:sldMk cId="895137769" sldId="276"/>
            <ac:spMk id="10" creationId="{A478DBA4-DD88-6A06-EB0C-439F6DDCA285}"/>
          </ac:spMkLst>
        </pc:spChg>
        <pc:spChg chg="mod">
          <ac:chgData name="Zenteno Smith, Francisco" userId="a00ea38b-0d5e-42e4-8f85-e159a65b10ad" providerId="ADAL" clId="{AAEA6F28-69D4-4B08-8D1B-AACEFC653670}" dt="2026-06-19T20:43:57.528" v="91" actId="1076"/>
          <ac:spMkLst>
            <pc:docMk/>
            <pc:sldMk cId="895137769" sldId="276"/>
            <ac:spMk id="18" creationId="{4DCB6F45-022C-BBAD-E3DC-52EEB0620E1A}"/>
          </ac:spMkLst>
        </pc:spChg>
      </pc:sldChg>
      <pc:sldChg chg="modSp mod">
        <pc:chgData name="Zenteno Smith, Francisco" userId="a00ea38b-0d5e-42e4-8f85-e159a65b10ad" providerId="ADAL" clId="{AAEA6F28-69D4-4B08-8D1B-AACEFC653670}" dt="2026-06-20T21:33:40.217" v="757" actId="113"/>
        <pc:sldMkLst>
          <pc:docMk/>
          <pc:sldMk cId="3872403537" sldId="277"/>
        </pc:sldMkLst>
        <pc:spChg chg="mod">
          <ac:chgData name="Zenteno Smith, Francisco" userId="a00ea38b-0d5e-42e4-8f85-e159a65b10ad" providerId="ADAL" clId="{AAEA6F28-69D4-4B08-8D1B-AACEFC653670}" dt="2026-06-20T21:33:40.217" v="757" actId="113"/>
          <ac:spMkLst>
            <pc:docMk/>
            <pc:sldMk cId="3872403537" sldId="277"/>
            <ac:spMk id="7" creationId="{70611E8F-BE64-FC6A-933A-9E722C812F97}"/>
          </ac:spMkLst>
        </pc:spChg>
      </pc:sldChg>
      <pc:sldChg chg="modSp mod">
        <pc:chgData name="Zenteno Smith, Francisco" userId="a00ea38b-0d5e-42e4-8f85-e159a65b10ad" providerId="ADAL" clId="{AAEA6F28-69D4-4B08-8D1B-AACEFC653670}" dt="2026-06-20T21:34:51.550" v="802" actId="1076"/>
        <pc:sldMkLst>
          <pc:docMk/>
          <pc:sldMk cId="3339437331" sldId="278"/>
        </pc:sldMkLst>
        <pc:spChg chg="mod">
          <ac:chgData name="Zenteno Smith, Francisco" userId="a00ea38b-0d5e-42e4-8f85-e159a65b10ad" providerId="ADAL" clId="{AAEA6F28-69D4-4B08-8D1B-AACEFC653670}" dt="2026-06-20T21:34:40.191" v="801" actId="114"/>
          <ac:spMkLst>
            <pc:docMk/>
            <pc:sldMk cId="3339437331" sldId="278"/>
            <ac:spMk id="5" creationId="{5A487C99-33EE-91C9-7E78-3E8E5F16C7C4}"/>
          </ac:spMkLst>
        </pc:spChg>
        <pc:spChg chg="mod">
          <ac:chgData name="Zenteno Smith, Francisco" userId="a00ea38b-0d5e-42e4-8f85-e159a65b10ad" providerId="ADAL" clId="{AAEA6F28-69D4-4B08-8D1B-AACEFC653670}" dt="2026-06-20T21:34:51.550" v="802" actId="1076"/>
          <ac:spMkLst>
            <pc:docMk/>
            <pc:sldMk cId="3339437331" sldId="278"/>
            <ac:spMk id="6" creationId="{5D1AC8E5-B1A4-DB6F-5D28-482FD33FE418}"/>
          </ac:spMkLst>
        </pc:spChg>
      </pc:sldChg>
      <pc:sldChg chg="addSp delSp modSp mod delAnim modAnim">
        <pc:chgData name="Zenteno Smith, Francisco" userId="a00ea38b-0d5e-42e4-8f85-e159a65b10ad" providerId="ADAL" clId="{AAEA6F28-69D4-4B08-8D1B-AACEFC653670}" dt="2026-06-22T14:12:57.312" v="951" actId="20577"/>
        <pc:sldMkLst>
          <pc:docMk/>
          <pc:sldMk cId="3203572191" sldId="279"/>
        </pc:sldMkLst>
        <pc:spChg chg="mod">
          <ac:chgData name="Zenteno Smith, Francisco" userId="a00ea38b-0d5e-42e4-8f85-e159a65b10ad" providerId="ADAL" clId="{AAEA6F28-69D4-4B08-8D1B-AACEFC653670}" dt="2026-06-19T20:47:13.532" v="104" actId="1076"/>
          <ac:spMkLst>
            <pc:docMk/>
            <pc:sldMk cId="3203572191" sldId="279"/>
            <ac:spMk id="3" creationId="{A9BC9AF0-1FF3-5D67-578B-8CDEE2F8B112}"/>
          </ac:spMkLst>
        </pc:spChg>
        <pc:spChg chg="mod">
          <ac:chgData name="Zenteno Smith, Francisco" userId="a00ea38b-0d5e-42e4-8f85-e159a65b10ad" providerId="ADAL" clId="{AAEA6F28-69D4-4B08-8D1B-AACEFC653670}" dt="2026-06-22T14:12:57.312" v="951" actId="20577"/>
          <ac:spMkLst>
            <pc:docMk/>
            <pc:sldMk cId="3203572191" sldId="279"/>
            <ac:spMk id="20" creationId="{BF576912-E144-782C-6437-F0E75FD6F402}"/>
          </ac:spMkLst>
        </pc:spChg>
        <pc:spChg chg="add mod">
          <ac:chgData name="Zenteno Smith, Francisco" userId="a00ea38b-0d5e-42e4-8f85-e159a65b10ad" providerId="ADAL" clId="{AAEA6F28-69D4-4B08-8D1B-AACEFC653670}" dt="2026-06-19T20:48:35.550" v="191" actId="403"/>
          <ac:spMkLst>
            <pc:docMk/>
            <pc:sldMk cId="3203572191" sldId="279"/>
            <ac:spMk id="22" creationId="{94037BD9-9604-A61D-11B1-4EC94A994E4B}"/>
          </ac:spMkLst>
        </pc:spChg>
      </pc:sldChg>
      <pc:sldChg chg="addSp modSp mod ord modAnim">
        <pc:chgData name="Zenteno Smith, Francisco" userId="a00ea38b-0d5e-42e4-8f85-e159a65b10ad" providerId="ADAL" clId="{AAEA6F28-69D4-4B08-8D1B-AACEFC653670}" dt="2026-06-22T14:17:26.989" v="967"/>
        <pc:sldMkLst>
          <pc:docMk/>
          <pc:sldMk cId="1215369807" sldId="280"/>
        </pc:sldMkLst>
        <pc:spChg chg="add mod">
          <ac:chgData name="Zenteno Smith, Francisco" userId="a00ea38b-0d5e-42e4-8f85-e159a65b10ad" providerId="ADAL" clId="{AAEA6F28-69D4-4B08-8D1B-AACEFC653670}" dt="2026-06-19T20:33:55.007" v="45" actId="1076"/>
          <ac:spMkLst>
            <pc:docMk/>
            <pc:sldMk cId="1215369807" sldId="280"/>
            <ac:spMk id="4" creationId="{59EA6438-F7D6-5F3A-5744-9DB7E205E62F}"/>
          </ac:spMkLst>
        </pc:spChg>
        <pc:spChg chg="mod">
          <ac:chgData name="Zenteno Smith, Francisco" userId="a00ea38b-0d5e-42e4-8f85-e159a65b10ad" providerId="ADAL" clId="{AAEA6F28-69D4-4B08-8D1B-AACEFC653670}" dt="2026-06-22T14:17:26.989" v="967"/>
          <ac:spMkLst>
            <pc:docMk/>
            <pc:sldMk cId="1215369807" sldId="280"/>
            <ac:spMk id="6" creationId="{056349C7-F201-41CE-AD4A-FE1A49A66DC6}"/>
          </ac:spMkLst>
        </pc:spChg>
        <pc:spChg chg="mod">
          <ac:chgData name="Zenteno Smith, Francisco" userId="a00ea38b-0d5e-42e4-8f85-e159a65b10ad" providerId="ADAL" clId="{AAEA6F28-69D4-4B08-8D1B-AACEFC653670}" dt="2026-06-19T20:33:44.650" v="42" actId="1076"/>
          <ac:spMkLst>
            <pc:docMk/>
            <pc:sldMk cId="1215369807" sldId="280"/>
            <ac:spMk id="11" creationId="{431808A0-4410-356D-D521-A70DC21B615C}"/>
          </ac:spMkLst>
        </pc:spChg>
        <pc:spChg chg="mod">
          <ac:chgData name="Zenteno Smith, Francisco" userId="a00ea38b-0d5e-42e4-8f85-e159a65b10ad" providerId="ADAL" clId="{AAEA6F28-69D4-4B08-8D1B-AACEFC653670}" dt="2026-06-19T20:33:47.409" v="43" actId="1076"/>
          <ac:spMkLst>
            <pc:docMk/>
            <pc:sldMk cId="1215369807" sldId="280"/>
            <ac:spMk id="14" creationId="{4D5D041B-1AA9-8155-BFEA-E383E0194CCF}"/>
          </ac:spMkLst>
        </pc:spChg>
      </pc:sldChg>
      <pc:sldChg chg="addSp modSp mod modAnim modShow">
        <pc:chgData name="Zenteno Smith, Francisco" userId="a00ea38b-0d5e-42e4-8f85-e159a65b10ad" providerId="ADAL" clId="{AAEA6F28-69D4-4B08-8D1B-AACEFC653670}" dt="2026-06-22T14:17:22.104" v="966"/>
        <pc:sldMkLst>
          <pc:docMk/>
          <pc:sldMk cId="75715690" sldId="281"/>
        </pc:sldMkLst>
        <pc:spChg chg="add mod">
          <ac:chgData name="Zenteno Smith, Francisco" userId="a00ea38b-0d5e-42e4-8f85-e159a65b10ad" providerId="ADAL" clId="{AAEA6F28-69D4-4B08-8D1B-AACEFC653670}" dt="2026-06-19T20:36:25.584" v="62" actId="20577"/>
          <ac:spMkLst>
            <pc:docMk/>
            <pc:sldMk cId="75715690" sldId="281"/>
            <ac:spMk id="4" creationId="{DCB6D400-1ED5-7B7A-F129-8F5A94DC4243}"/>
          </ac:spMkLst>
        </pc:spChg>
        <pc:spChg chg="mod">
          <ac:chgData name="Zenteno Smith, Francisco" userId="a00ea38b-0d5e-42e4-8f85-e159a65b10ad" providerId="ADAL" clId="{AAEA6F28-69D4-4B08-8D1B-AACEFC653670}" dt="2026-06-22T14:17:22.104" v="966"/>
          <ac:spMkLst>
            <pc:docMk/>
            <pc:sldMk cId="75715690" sldId="281"/>
            <ac:spMk id="6" creationId="{FB589A26-5D6B-B37E-E2C3-9079D1638DCD}"/>
          </ac:spMkLst>
        </pc:spChg>
        <pc:spChg chg="add mod">
          <ac:chgData name="Zenteno Smith, Francisco" userId="a00ea38b-0d5e-42e4-8f85-e159a65b10ad" providerId="ADAL" clId="{AAEA6F28-69D4-4B08-8D1B-AACEFC653670}" dt="2026-06-19T20:36:28.592" v="64" actId="20577"/>
          <ac:spMkLst>
            <pc:docMk/>
            <pc:sldMk cId="75715690" sldId="281"/>
            <ac:spMk id="7" creationId="{8B204231-E8F3-23F7-F9BC-E86865FC28C0}"/>
          </ac:spMkLst>
        </pc:spChg>
        <pc:spChg chg="add mod">
          <ac:chgData name="Zenteno Smith, Francisco" userId="a00ea38b-0d5e-42e4-8f85-e159a65b10ad" providerId="ADAL" clId="{AAEA6F28-69D4-4B08-8D1B-AACEFC653670}" dt="2026-06-19T20:36:31.049" v="65" actId="1076"/>
          <ac:spMkLst>
            <pc:docMk/>
            <pc:sldMk cId="75715690" sldId="281"/>
            <ac:spMk id="10" creationId="{C020FB47-BE63-2A49-0B86-73B78BED62DF}"/>
          </ac:spMkLst>
        </pc:spChg>
        <pc:picChg chg="mod">
          <ac:chgData name="Zenteno Smith, Francisco" userId="a00ea38b-0d5e-42e4-8f85-e159a65b10ad" providerId="ADAL" clId="{AAEA6F28-69D4-4B08-8D1B-AACEFC653670}" dt="2026-06-19T20:36:11.157" v="55" actId="1076"/>
          <ac:picMkLst>
            <pc:docMk/>
            <pc:sldMk cId="75715690" sldId="281"/>
            <ac:picMk id="11" creationId="{951B4E97-80E3-7128-EA2F-104EEF0BDAFB}"/>
          </ac:picMkLst>
        </pc:picChg>
      </pc:sldChg>
      <pc:sldChg chg="modSp mod">
        <pc:chgData name="Zenteno Smith, Francisco" userId="a00ea38b-0d5e-42e4-8f85-e159a65b10ad" providerId="ADAL" clId="{AAEA6F28-69D4-4B08-8D1B-AACEFC653670}" dt="2026-06-22T14:13:25.185" v="953" actId="14100"/>
        <pc:sldMkLst>
          <pc:docMk/>
          <pc:sldMk cId="2087400728" sldId="283"/>
        </pc:sldMkLst>
        <pc:spChg chg="mod">
          <ac:chgData name="Zenteno Smith, Francisco" userId="a00ea38b-0d5e-42e4-8f85-e159a65b10ad" providerId="ADAL" clId="{AAEA6F28-69D4-4B08-8D1B-AACEFC653670}" dt="2026-06-20T21:32:52.554" v="754" actId="20577"/>
          <ac:spMkLst>
            <pc:docMk/>
            <pc:sldMk cId="2087400728" sldId="283"/>
            <ac:spMk id="4" creationId="{D7706B57-6555-C29E-3F3F-ECAABA7FBB6A}"/>
          </ac:spMkLst>
        </pc:spChg>
        <pc:spChg chg="mod">
          <ac:chgData name="Zenteno Smith, Francisco" userId="a00ea38b-0d5e-42e4-8f85-e159a65b10ad" providerId="ADAL" clId="{AAEA6F28-69D4-4B08-8D1B-AACEFC653670}" dt="2026-06-19T20:50:41.036" v="207" actId="113"/>
          <ac:spMkLst>
            <pc:docMk/>
            <pc:sldMk cId="2087400728" sldId="283"/>
            <ac:spMk id="10" creationId="{47CF1CA3-8E48-D9F0-4BFE-D3DC3BDD8202}"/>
          </ac:spMkLst>
        </pc:spChg>
        <pc:spChg chg="mod">
          <ac:chgData name="Zenteno Smith, Francisco" userId="a00ea38b-0d5e-42e4-8f85-e159a65b10ad" providerId="ADAL" clId="{AAEA6F28-69D4-4B08-8D1B-AACEFC653670}" dt="2026-06-19T20:51:10.440" v="213" actId="20577"/>
          <ac:spMkLst>
            <pc:docMk/>
            <pc:sldMk cId="2087400728" sldId="283"/>
            <ac:spMk id="20" creationId="{603EF8F0-0947-8579-18D6-C29A756BF2F7}"/>
          </ac:spMkLst>
        </pc:spChg>
        <pc:picChg chg="mod">
          <ac:chgData name="Zenteno Smith, Francisco" userId="a00ea38b-0d5e-42e4-8f85-e159a65b10ad" providerId="ADAL" clId="{AAEA6F28-69D4-4B08-8D1B-AACEFC653670}" dt="2026-06-22T14:13:25.185" v="953" actId="14100"/>
          <ac:picMkLst>
            <pc:docMk/>
            <pc:sldMk cId="2087400728" sldId="283"/>
            <ac:picMk id="24" creationId="{8114AC29-6487-5574-A889-290F66A11C26}"/>
          </ac:picMkLst>
        </pc:picChg>
      </pc:sldChg>
      <pc:sldChg chg="addSp modSp mod modAnim">
        <pc:chgData name="Zenteno Smith, Francisco" userId="a00ea38b-0d5e-42e4-8f85-e159a65b10ad" providerId="ADAL" clId="{AAEA6F28-69D4-4B08-8D1B-AACEFC653670}" dt="2026-06-22T14:17:04.990" v="964" actId="20577"/>
        <pc:sldMkLst>
          <pc:docMk/>
          <pc:sldMk cId="2044979837" sldId="284"/>
        </pc:sldMkLst>
        <pc:spChg chg="mod">
          <ac:chgData name="Zenteno Smith, Francisco" userId="a00ea38b-0d5e-42e4-8f85-e159a65b10ad" providerId="ADAL" clId="{AAEA6F28-69D4-4B08-8D1B-AACEFC653670}" dt="2026-06-22T14:17:04.990" v="964" actId="20577"/>
          <ac:spMkLst>
            <pc:docMk/>
            <pc:sldMk cId="2044979837" sldId="284"/>
            <ac:spMk id="4" creationId="{910EB992-F8F0-DD74-7AB6-B0EC72B31345}"/>
          </ac:spMkLst>
        </pc:spChg>
        <pc:spChg chg="add mod">
          <ac:chgData name="Zenteno Smith, Francisco" userId="a00ea38b-0d5e-42e4-8f85-e159a65b10ad" providerId="ADAL" clId="{AAEA6F28-69D4-4B08-8D1B-AACEFC653670}" dt="2026-06-19T20:33:31.983" v="40" actId="1076"/>
          <ac:spMkLst>
            <pc:docMk/>
            <pc:sldMk cId="2044979837" sldId="284"/>
            <ac:spMk id="5" creationId="{C9B2E57C-48F6-9E4D-4185-5487E068C506}"/>
          </ac:spMkLst>
        </pc:spChg>
        <pc:cxnChg chg="add mod">
          <ac:chgData name="Zenteno Smith, Francisco" userId="a00ea38b-0d5e-42e4-8f85-e159a65b10ad" providerId="ADAL" clId="{AAEA6F28-69D4-4B08-8D1B-AACEFC653670}" dt="2026-06-19T21:01:01.896" v="642" actId="693"/>
          <ac:cxnSpMkLst>
            <pc:docMk/>
            <pc:sldMk cId="2044979837" sldId="284"/>
            <ac:cxnSpMk id="7" creationId="{695E1B3D-94E5-3410-39EC-E51B8F191101}"/>
          </ac:cxnSpMkLst>
        </pc:cxnChg>
      </pc:sldChg>
      <pc:sldChg chg="addSp delSp modSp add mod">
        <pc:chgData name="Zenteno Smith, Francisco" userId="a00ea38b-0d5e-42e4-8f85-e159a65b10ad" providerId="ADAL" clId="{AAEA6F28-69D4-4B08-8D1B-AACEFC653670}" dt="2026-06-19T21:00:08.983" v="637" actId="20577"/>
        <pc:sldMkLst>
          <pc:docMk/>
          <pc:sldMk cId="4227359160" sldId="285"/>
        </pc:sldMkLst>
        <pc:spChg chg="mod">
          <ac:chgData name="Zenteno Smith, Francisco" userId="a00ea38b-0d5e-42e4-8f85-e159a65b10ad" providerId="ADAL" clId="{AAEA6F28-69D4-4B08-8D1B-AACEFC653670}" dt="2026-06-19T21:00:08.983" v="637" actId="20577"/>
          <ac:spMkLst>
            <pc:docMk/>
            <pc:sldMk cId="4227359160" sldId="285"/>
            <ac:spMk id="4" creationId="{252334AB-A353-C22D-7E60-8B7413654896}"/>
          </ac:spMkLst>
        </pc:spChg>
        <pc:spChg chg="add mod">
          <ac:chgData name="Zenteno Smith, Francisco" userId="a00ea38b-0d5e-42e4-8f85-e159a65b10ad" providerId="ADAL" clId="{AAEA6F28-69D4-4B08-8D1B-AACEFC653670}" dt="2026-06-19T20:59:20.707" v="625" actId="1076"/>
          <ac:spMkLst>
            <pc:docMk/>
            <pc:sldMk cId="4227359160" sldId="285"/>
            <ac:spMk id="10" creationId="{2CD3EC8D-8781-E9AE-17D6-F60745AB6EB6}"/>
          </ac:spMkLst>
        </pc:spChg>
        <pc:picChg chg="add mod">
          <ac:chgData name="Zenteno Smith, Francisco" userId="a00ea38b-0d5e-42e4-8f85-e159a65b10ad" providerId="ADAL" clId="{AAEA6F28-69D4-4B08-8D1B-AACEFC653670}" dt="2026-06-19T20:58:21.239" v="555" actId="1076"/>
          <ac:picMkLst>
            <pc:docMk/>
            <pc:sldMk cId="4227359160" sldId="285"/>
            <ac:picMk id="7" creationId="{8B5C522D-C9E7-8453-4A9E-002525603F9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8014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BB1EC-4BFD-0B49-3B1F-8915ACDBD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CA2427-0EB7-2643-0161-3C1E3C939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F07E12-6666-1171-B869-57E1C6771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26BBF-2A98-50A6-C241-0F39DBF949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6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B9F03-31EB-CF34-EF07-6E4B1C5C0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6C9344-AAA8-5557-FED3-84853CD9D6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EB9F5F-B9A3-EABC-6788-833013355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B52700-640D-A68B-B7F6-C1BA99FD2F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542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E63BF-37F6-8CEC-DE99-E6A5F8B60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C83258-BAA3-3F50-2F8F-3BC77572D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7EBB4-3227-37C7-4F16-2A65178A40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E4756-11BC-E3EE-C29D-EEEEA74580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1797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28EA9-9E2A-D1C9-BE0B-64807316A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1E2BDD-1E15-008B-5328-0A21E7D0A7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12248A-9DE7-B313-46A7-4DCEE92D4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44C5F-05A8-496B-4523-8F62E476C0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90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FF512-4A8A-9AEA-2495-3B0136506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1CDD61-0629-EB62-AAF5-5EC1E719E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901CFC-1831-E131-0DCE-C39D5844A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many ways of producing mutators, but all share a common thing: they all produce a compiled version of the code that can be unit tested.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7E72F-ACDD-E78B-4EE6-463B0DA25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713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0E14D-D92E-4BCF-2CCC-4CFFEA3A6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2AA037-6C58-1B4A-AC59-DC3C24D394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05AE7B-41EF-4BDD-5377-477F03B64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CA4A6-B189-6009-C99F-F10319B551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463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6DD29-4B9A-B145-2F4B-0C5A926B0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0B8CE-AD2F-EA21-B199-D976D11674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A844F-D903-F425-F985-13FDE50C1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A5FC4-638A-93A7-DF43-8C8ED2EA21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60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C7EDE-DCA6-60A1-F9DE-5FD6B6D8B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84A879-49EE-F53D-0449-0720A1F7C5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075A4C-BA1A-0581-E3D2-B88C81F60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A88E9-38C0-17B8-6847-CC422E9016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235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itest.org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test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itest.or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itest.or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itest.or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40.png"/><Relationship Id="rId3" Type="http://schemas.openxmlformats.org/officeDocument/2006/relationships/image" Target="../media/image10.png"/><Relationship Id="rId7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12.png"/><Relationship Id="rId15" Type="http://schemas.openxmlformats.org/officeDocument/2006/relationships/hyperlink" Target="https://en.wikipedia.org/wiki/Mutation_testing" TargetMode="External"/><Relationship Id="rId4" Type="http://schemas.openxmlformats.org/officeDocument/2006/relationships/image" Target="../media/image11.png"/><Relationship Id="rId9" Type="http://schemas.openxmlformats.org/officeDocument/2006/relationships/image" Target="../media/image14.svg"/><Relationship Id="rId1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40.png"/><Relationship Id="rId3" Type="http://schemas.openxmlformats.org/officeDocument/2006/relationships/image" Target="../media/image16.png"/><Relationship Id="rId7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12.png"/><Relationship Id="rId15" Type="http://schemas.openxmlformats.org/officeDocument/2006/relationships/image" Target="../media/image180.png"/><Relationship Id="rId4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4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630936"/>
            <a:ext cx="826834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0D1B3E"/>
                </a:solidFill>
              </a:rPr>
              <a:t>Mutation testing</a:t>
            </a:r>
            <a:endParaRPr lang="en-US" sz="4000"/>
          </a:p>
        </p:txBody>
      </p:sp>
      <p:sp>
        <p:nvSpPr>
          <p:cNvPr id="14" name="Shape 1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E2E8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C16A04EF-4E3E-D0CD-C31E-092887834CBB}"/>
              </a:ext>
            </a:extLst>
          </p:cNvPr>
          <p:cNvSpPr/>
          <p:nvPr/>
        </p:nvSpPr>
        <p:spPr>
          <a:xfrm>
            <a:off x="0" y="2943399"/>
            <a:ext cx="9144000" cy="78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000" dirty="0"/>
              <a:t>Francisco Zenteno Smith</a:t>
            </a:r>
          </a:p>
          <a:p>
            <a:pPr algn="ctr"/>
            <a:r>
              <a:rPr lang="en-US" sz="2000" dirty="0"/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4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8901" y="145684"/>
            <a:ext cx="898310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D1B3E"/>
                </a:solidFill>
              </a:rPr>
              <a:t>The problem with code coverage</a:t>
            </a:r>
            <a:endParaRPr lang="en-US" sz="2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58724E-3D99-35D0-B3E2-4525447648BE}"/>
              </a:ext>
            </a:extLst>
          </p:cNvPr>
          <p:cNvSpPr txBox="1"/>
          <p:nvPr/>
        </p:nvSpPr>
        <p:spPr>
          <a:xfrm>
            <a:off x="363290" y="963522"/>
            <a:ext cx="8625727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What is code coverage</a:t>
            </a:r>
            <a:r>
              <a:rPr lang="en-US" sz="2000" b="1" baseline="30000" dirty="0"/>
              <a:t>1</a:t>
            </a:r>
            <a:r>
              <a:rPr lang="en-US" sz="2000" dirty="0"/>
              <a:t>: </a:t>
            </a:r>
          </a:p>
          <a:p>
            <a:endParaRPr lang="en-US" sz="2000" dirty="0"/>
          </a:p>
          <a:p>
            <a:pPr algn="ctr"/>
            <a:r>
              <a:rPr lang="en-US" dirty="0"/>
              <a:t># lines of production code touched by unit tests </a:t>
            </a:r>
          </a:p>
          <a:p>
            <a:pPr algn="ctr"/>
            <a:r>
              <a:rPr lang="en-US" dirty="0"/>
              <a:t># total production code lines in scope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 coverage measures </a:t>
            </a:r>
            <a:r>
              <a:rPr lang="en-US" b="1" dirty="0"/>
              <a:t>code that was touched </a:t>
            </a:r>
            <a:r>
              <a:rPr lang="en-US" dirty="0"/>
              <a:t>by unit tests.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does not check that those tests are able to </a:t>
            </a:r>
            <a:r>
              <a:rPr lang="en-US" b="1" dirty="0">
                <a:solidFill>
                  <a:srgbClr val="FF0000"/>
                </a:solidFill>
              </a:rPr>
              <a:t>detect bugs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summary: this metric measures </a:t>
            </a:r>
            <a:r>
              <a:rPr lang="en-US" u="sng" dirty="0"/>
              <a:t>quantity</a:t>
            </a:r>
            <a:r>
              <a:rPr lang="en-US" dirty="0"/>
              <a:t>, not </a:t>
            </a:r>
            <a:r>
              <a:rPr lang="en-US" u="sng" dirty="0"/>
              <a:t>quality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b="1" dirty="0"/>
              <a:t>Problem</a:t>
            </a:r>
            <a:r>
              <a:rPr lang="en-US" sz="2000" dirty="0"/>
              <a:t>:</a:t>
            </a:r>
          </a:p>
          <a:p>
            <a:r>
              <a:rPr lang="en-US" sz="2000" dirty="0"/>
              <a:t>We could have unit tests with 100% of code coverage </a:t>
            </a:r>
          </a:p>
          <a:p>
            <a:r>
              <a:rPr lang="en-US" sz="2000" dirty="0"/>
              <a:t>and </a:t>
            </a:r>
            <a:r>
              <a:rPr lang="en-US" sz="2000" u="sng" dirty="0"/>
              <a:t>still be susceptible to bugs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574608-C60E-7D9B-73EF-A1F4BE6068C5}"/>
              </a:ext>
            </a:extLst>
          </p:cNvPr>
          <p:cNvSpPr txBox="1"/>
          <p:nvPr/>
        </p:nvSpPr>
        <p:spPr>
          <a:xfrm>
            <a:off x="61687" y="4867011"/>
            <a:ext cx="84543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1) Source: </a:t>
            </a:r>
            <a:r>
              <a:rPr lang="en-US" sz="1100" dirty="0">
                <a:hlinkClick r:id="rId3"/>
              </a:rPr>
              <a:t>PIT Mutation Testing</a:t>
            </a:r>
            <a:r>
              <a:rPr lang="en-US" sz="1100" dirty="0"/>
              <a:t>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3E5617-AE91-4DF7-0246-819680CF6253}"/>
              </a:ext>
            </a:extLst>
          </p:cNvPr>
          <p:cNvGrpSpPr/>
          <p:nvPr/>
        </p:nvGrpSpPr>
        <p:grpSpPr>
          <a:xfrm>
            <a:off x="6724480" y="2797904"/>
            <a:ext cx="1894429" cy="1894429"/>
            <a:chOff x="6724480" y="2797904"/>
            <a:chExt cx="1894429" cy="1894429"/>
          </a:xfrm>
        </p:grpSpPr>
        <p:pic>
          <p:nvPicPr>
            <p:cNvPr id="29" name="Graphic 28" descr="Bug with solid fill">
              <a:extLst>
                <a:ext uri="{FF2B5EF4-FFF2-40B4-BE49-F238E27FC236}">
                  <a16:creationId xmlns:a16="http://schemas.microsoft.com/office/drawing/2014/main" id="{6779AD9C-424E-236F-42B3-A0B1791956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724480" y="2797904"/>
              <a:ext cx="1894429" cy="1894429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B8FB395-D983-5D57-5BD2-A1D67F0C27A8}"/>
                </a:ext>
              </a:extLst>
            </p:cNvPr>
            <p:cNvSpPr/>
            <p:nvPr/>
          </p:nvSpPr>
          <p:spPr>
            <a:xfrm>
              <a:off x="7527812" y="3182825"/>
              <a:ext cx="85725" cy="857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110090B-E3F1-5129-BACF-99EB48C121B1}"/>
                </a:ext>
              </a:extLst>
            </p:cNvPr>
            <p:cNvSpPr/>
            <p:nvPr/>
          </p:nvSpPr>
          <p:spPr>
            <a:xfrm>
              <a:off x="7686562" y="3182825"/>
              <a:ext cx="85725" cy="8572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3D2FF9B6-FD14-81ED-7855-3377C029ED77}"/>
                </a:ext>
              </a:extLst>
            </p:cNvPr>
            <p:cNvSpPr/>
            <p:nvPr/>
          </p:nvSpPr>
          <p:spPr>
            <a:xfrm rot="8317449">
              <a:off x="7521463" y="3137716"/>
              <a:ext cx="287338" cy="261666"/>
            </a:xfrm>
            <a:prstGeom prst="arc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5E6C7F-5CF4-43C6-701E-F451B85FE760}"/>
              </a:ext>
            </a:extLst>
          </p:cNvPr>
          <p:cNvCxnSpPr>
            <a:cxnSpLocks/>
          </p:cNvCxnSpPr>
          <p:nvPr/>
        </p:nvCxnSpPr>
        <p:spPr>
          <a:xfrm>
            <a:off x="2362874" y="1917812"/>
            <a:ext cx="469338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9954B-A1D5-C16F-D087-30C50955E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30E155E-5FEE-39BF-398D-0DA629BE30E1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4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10EB992-F8F0-DD74-7AB6-B0EC72B31345}"/>
              </a:ext>
            </a:extLst>
          </p:cNvPr>
          <p:cNvSpPr/>
          <p:nvPr/>
        </p:nvSpPr>
        <p:spPr>
          <a:xfrm>
            <a:off x="98901" y="145684"/>
            <a:ext cx="898310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</a:rPr>
              <a:t>100% coverage testing suite with gaps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100BB1-D560-848A-EC7A-9E0B28B99ECB}"/>
              </a:ext>
            </a:extLst>
          </p:cNvPr>
          <p:cNvSpPr txBox="1"/>
          <p:nvPr/>
        </p:nvSpPr>
        <p:spPr>
          <a:xfrm>
            <a:off x="61687" y="4867011"/>
            <a:ext cx="84543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Source: </a:t>
            </a:r>
            <a:r>
              <a:rPr lang="en-US" sz="1100">
                <a:hlinkClick r:id="rId3"/>
              </a:rPr>
              <a:t>PIT Mutation Testing</a:t>
            </a:r>
            <a:r>
              <a:rPr lang="en-US" sz="110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A16D39-E6D3-68E1-F1A5-B44E5A4F38BE}"/>
              </a:ext>
            </a:extLst>
          </p:cNvPr>
          <p:cNvSpPr/>
          <p:nvPr/>
        </p:nvSpPr>
        <p:spPr>
          <a:xfrm rot="16200000">
            <a:off x="-591990" y="1424273"/>
            <a:ext cx="1874326" cy="4206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Production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5AB6CA-547D-A728-EA1E-EF663CBC9C35}"/>
              </a:ext>
            </a:extLst>
          </p:cNvPr>
          <p:cNvSpPr/>
          <p:nvPr/>
        </p:nvSpPr>
        <p:spPr>
          <a:xfrm rot="16200000">
            <a:off x="-647206" y="3353815"/>
            <a:ext cx="1984755" cy="420625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Tests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A8E7AE71-BC91-9610-7EC1-7E9698698337}"/>
              </a:ext>
            </a:extLst>
          </p:cNvPr>
          <p:cNvSpPr/>
          <p:nvPr/>
        </p:nvSpPr>
        <p:spPr>
          <a:xfrm>
            <a:off x="5323667" y="1099528"/>
            <a:ext cx="3556861" cy="3340735"/>
          </a:xfrm>
          <a:prstGeom prst="wedgeRectCallout">
            <a:avLst>
              <a:gd name="adj1" fmla="val -49659"/>
              <a:gd name="adj2" fmla="val 2123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The untested side effect</a:t>
            </a:r>
          </a:p>
          <a:p>
            <a:pPr algn="ctr"/>
            <a:endParaRPr lang="en-US" b="1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There is no check ever made to make sure the important function is called.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If somebody (an agent?) mistakenly </a:t>
            </a:r>
            <a:r>
              <a:rPr lang="en-US">
                <a:solidFill>
                  <a:srgbClr val="FF0066"/>
                </a:solidFill>
              </a:rPr>
              <a:t>deletes the important function</a:t>
            </a:r>
            <a:r>
              <a:rPr lang="en-US">
                <a:solidFill>
                  <a:schemeClr val="tx1"/>
                </a:solidFill>
              </a:rPr>
              <a:t>, all the unit tests would still pass and provide 100% coverage</a:t>
            </a:r>
          </a:p>
        </p:txBody>
      </p:sp>
      <p:pic>
        <p:nvPicPr>
          <p:cNvPr id="11" name="Graphic 10" descr="Bug with solid fill">
            <a:extLst>
              <a:ext uri="{FF2B5EF4-FFF2-40B4-BE49-F238E27FC236}">
                <a16:creationId xmlns:a16="http://schemas.microsoft.com/office/drawing/2014/main" id="{75939B0A-6941-B75D-D91F-AA9BBE61C7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00510" y="3757681"/>
            <a:ext cx="510594" cy="5105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8935A0-D790-1A22-8F34-BE5864FA34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620" y="845866"/>
            <a:ext cx="2963059" cy="14583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7039E3A-11CA-6C33-BED3-1A389CA99B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728" y="2614680"/>
            <a:ext cx="3377487" cy="1941825"/>
          </a:xfrm>
          <a:prstGeom prst="rect">
            <a:avLst/>
          </a:prstGeom>
        </p:spPr>
      </p:pic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B2982BAC-62DB-67C6-CFCC-876174D8B920}"/>
              </a:ext>
            </a:extLst>
          </p:cNvPr>
          <p:cNvSpPr/>
          <p:nvPr/>
        </p:nvSpPr>
        <p:spPr>
          <a:xfrm>
            <a:off x="2918149" y="3433322"/>
            <a:ext cx="1799508" cy="261610"/>
          </a:xfrm>
          <a:prstGeom prst="wedgeRectCallout">
            <a:avLst>
              <a:gd name="adj1" fmla="val -37514"/>
              <a:gd name="adj2" fmla="val -76466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Lines covered: {4,5,6} 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64C390BC-7900-0696-BB79-4EA25D16BD81}"/>
              </a:ext>
            </a:extLst>
          </p:cNvPr>
          <p:cNvSpPr/>
          <p:nvPr/>
        </p:nvSpPr>
        <p:spPr>
          <a:xfrm>
            <a:off x="2857933" y="4468631"/>
            <a:ext cx="1799508" cy="261610"/>
          </a:xfrm>
          <a:prstGeom prst="wedgeRectCallout">
            <a:avLst>
              <a:gd name="adj1" fmla="val -37514"/>
              <a:gd name="adj2" fmla="val -76466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Lines covered: {4,7,8} 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C9B2E57C-48F6-9E4D-4185-5487E068C506}"/>
              </a:ext>
            </a:extLst>
          </p:cNvPr>
          <p:cNvSpPr/>
          <p:nvPr/>
        </p:nvSpPr>
        <p:spPr>
          <a:xfrm>
            <a:off x="2857933" y="4750129"/>
            <a:ext cx="2187119" cy="261610"/>
          </a:xfrm>
          <a:prstGeom prst="wedgeRectCallout">
            <a:avLst>
              <a:gd name="adj1" fmla="val -48337"/>
              <a:gd name="adj2" fmla="val -23883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Code coverage: 100%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95E1B3D-94E5-3410-39EC-E51B8F191101}"/>
              </a:ext>
            </a:extLst>
          </p:cNvPr>
          <p:cNvCxnSpPr>
            <a:cxnSpLocks/>
          </p:cNvCxnSpPr>
          <p:nvPr/>
        </p:nvCxnSpPr>
        <p:spPr>
          <a:xfrm flipH="1" flipV="1">
            <a:off x="3455299" y="1480842"/>
            <a:ext cx="1868368" cy="169123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979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  <p:bldP spid="17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E442B-4ED6-F7B8-8F77-AEBA2D6CF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500EAA5-4BC2-2E0F-70D1-AAF4E5042857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4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B36BF58-0DF2-6FA0-A10C-1B6103357C2B}"/>
              </a:ext>
            </a:extLst>
          </p:cNvPr>
          <p:cNvSpPr/>
          <p:nvPr/>
        </p:nvSpPr>
        <p:spPr>
          <a:xfrm>
            <a:off x="98901" y="145684"/>
            <a:ext cx="898310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D1B3E"/>
                </a:solidFill>
              </a:rPr>
              <a:t>100% coverage testing suite with gaps</a:t>
            </a:r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3D8862-FD0C-FB53-2B2D-8764F247BECB}"/>
              </a:ext>
            </a:extLst>
          </p:cNvPr>
          <p:cNvSpPr txBox="1"/>
          <p:nvPr/>
        </p:nvSpPr>
        <p:spPr>
          <a:xfrm>
            <a:off x="61687" y="4867011"/>
            <a:ext cx="84543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Source: </a:t>
            </a:r>
            <a:r>
              <a:rPr lang="en-US" sz="1100">
                <a:hlinkClick r:id="rId3"/>
              </a:rPr>
              <a:t>PIT Mutation Testing</a:t>
            </a:r>
            <a:r>
              <a:rPr lang="en-US" sz="110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09E8E6-D394-09D3-4E64-E18B0BBDA966}"/>
              </a:ext>
            </a:extLst>
          </p:cNvPr>
          <p:cNvSpPr/>
          <p:nvPr/>
        </p:nvSpPr>
        <p:spPr>
          <a:xfrm rot="16200000">
            <a:off x="-591990" y="1424273"/>
            <a:ext cx="1874326" cy="4206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Production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6D9941-C350-3388-E1EB-C2EF2CD9667F}"/>
              </a:ext>
            </a:extLst>
          </p:cNvPr>
          <p:cNvSpPr/>
          <p:nvPr/>
        </p:nvSpPr>
        <p:spPr>
          <a:xfrm rot="16200000">
            <a:off x="-647206" y="3353815"/>
            <a:ext cx="1984755" cy="420625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Tests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A478DBA4-DD88-6A06-EB0C-439F6DDCA285}"/>
              </a:ext>
            </a:extLst>
          </p:cNvPr>
          <p:cNvSpPr/>
          <p:nvPr/>
        </p:nvSpPr>
        <p:spPr>
          <a:xfrm>
            <a:off x="5234655" y="1023976"/>
            <a:ext cx="3556861" cy="3340735"/>
          </a:xfrm>
          <a:prstGeom prst="wedgeRectCallout">
            <a:avLst>
              <a:gd name="adj1" fmla="val -49659"/>
              <a:gd name="adj2" fmla="val 2123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The test with no assertions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There are no assertions in the unit test. The function under test is fully executed among all its paths.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If somebody (an agent?) mistakenly </a:t>
            </a:r>
            <a:r>
              <a:rPr lang="en-US" dirty="0">
                <a:solidFill>
                  <a:srgbClr val="FF0066"/>
                </a:solidFill>
              </a:rPr>
              <a:t>changes part of the function</a:t>
            </a:r>
            <a:r>
              <a:rPr lang="en-US" dirty="0">
                <a:solidFill>
                  <a:schemeClr val="tx1"/>
                </a:solidFill>
              </a:rPr>
              <a:t>, all the unit tests could still pass and provide 100% coverage</a:t>
            </a:r>
          </a:p>
        </p:txBody>
      </p:sp>
      <p:pic>
        <p:nvPicPr>
          <p:cNvPr id="11" name="Graphic 10" descr="Bug with solid fill">
            <a:extLst>
              <a:ext uri="{FF2B5EF4-FFF2-40B4-BE49-F238E27FC236}">
                <a16:creationId xmlns:a16="http://schemas.microsoft.com/office/drawing/2014/main" id="{01DCBBE2-6D7A-A458-5BFF-512629EF35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00510" y="3757681"/>
            <a:ext cx="510594" cy="5105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4A4AEEA-815D-7433-B062-23792D376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614" y="772173"/>
            <a:ext cx="3556861" cy="17137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11E793-C868-0959-0068-A98797800B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615" y="2861570"/>
            <a:ext cx="2941342" cy="1202301"/>
          </a:xfrm>
          <a:prstGeom prst="rect">
            <a:avLst/>
          </a:prstGeom>
        </p:spPr>
      </p:pic>
      <p:sp>
        <p:nvSpPr>
          <p:cNvPr id="16" name="Speech Bubble: Rectangle 15">
            <a:extLst>
              <a:ext uri="{FF2B5EF4-FFF2-40B4-BE49-F238E27FC236}">
                <a16:creationId xmlns:a16="http://schemas.microsoft.com/office/drawing/2014/main" id="{7A93BA39-3E41-3DB4-4BC0-F659E1381DA6}"/>
              </a:ext>
            </a:extLst>
          </p:cNvPr>
          <p:cNvSpPr/>
          <p:nvPr/>
        </p:nvSpPr>
        <p:spPr>
          <a:xfrm>
            <a:off x="2918149" y="3376797"/>
            <a:ext cx="1653851" cy="261610"/>
          </a:xfrm>
          <a:prstGeom prst="wedgeRectCallout">
            <a:avLst>
              <a:gd name="adj1" fmla="val -56107"/>
              <a:gd name="adj2" fmla="val -23883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Lines covered: {3, 4} </a:t>
            </a:r>
          </a:p>
        </p:txBody>
      </p:sp>
      <p:sp>
        <p:nvSpPr>
          <p:cNvPr id="17" name="Speech Bubble: Rectangle 16">
            <a:extLst>
              <a:ext uri="{FF2B5EF4-FFF2-40B4-BE49-F238E27FC236}">
                <a16:creationId xmlns:a16="http://schemas.microsoft.com/office/drawing/2014/main" id="{7F9B81D9-AF5B-BC3E-1B0B-A5AA5D10BE28}"/>
              </a:ext>
            </a:extLst>
          </p:cNvPr>
          <p:cNvSpPr/>
          <p:nvPr/>
        </p:nvSpPr>
        <p:spPr>
          <a:xfrm>
            <a:off x="2912327" y="3693237"/>
            <a:ext cx="1653851" cy="255676"/>
          </a:xfrm>
          <a:prstGeom prst="wedgeRectCallout">
            <a:avLst>
              <a:gd name="adj1" fmla="val -56107"/>
              <a:gd name="adj2" fmla="val -23883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Lines covered: {5, 6} </a:t>
            </a:r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4DCB6F45-022C-BBAD-E3DC-52EEB0620E1A}"/>
              </a:ext>
            </a:extLst>
          </p:cNvPr>
          <p:cNvSpPr/>
          <p:nvPr/>
        </p:nvSpPr>
        <p:spPr>
          <a:xfrm>
            <a:off x="2815786" y="4096678"/>
            <a:ext cx="2187119" cy="261610"/>
          </a:xfrm>
          <a:prstGeom prst="wedgeRectCallout">
            <a:avLst>
              <a:gd name="adj1" fmla="val -48337"/>
              <a:gd name="adj2" fmla="val -23883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Code coverage: 100%</a:t>
            </a:r>
          </a:p>
        </p:txBody>
      </p:sp>
    </p:spTree>
    <p:extLst>
      <p:ext uri="{BB962C8B-B14F-4D97-AF65-F5344CB8AC3E}">
        <p14:creationId xmlns:p14="http://schemas.microsoft.com/office/powerpoint/2010/main" val="895137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5F5A8-3D8E-C72B-A106-F8B813883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5D3F503-B20F-AA17-B1A1-0F80443AE660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4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47688D-E35F-3072-2E80-DB0EB01FE369}"/>
              </a:ext>
            </a:extLst>
          </p:cNvPr>
          <p:cNvSpPr txBox="1"/>
          <p:nvPr/>
        </p:nvSpPr>
        <p:spPr>
          <a:xfrm>
            <a:off x="61687" y="4867011"/>
            <a:ext cx="84543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Source: </a:t>
            </a:r>
            <a:r>
              <a:rPr lang="en-US" sz="1100" dirty="0">
                <a:hlinkClick r:id="rId3"/>
              </a:rPr>
              <a:t>PIT Mutation Testing</a:t>
            </a:r>
            <a:r>
              <a:rPr lang="en-US" sz="1100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FACC7A-AAAC-3709-056B-C26642E1341D}"/>
              </a:ext>
            </a:extLst>
          </p:cNvPr>
          <p:cNvSpPr/>
          <p:nvPr/>
        </p:nvSpPr>
        <p:spPr>
          <a:xfrm rot="16200000">
            <a:off x="-274758" y="1169037"/>
            <a:ext cx="1239864" cy="4206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Production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E28ED0-8341-E6E2-BD89-4ABE41CDE9E5}"/>
              </a:ext>
            </a:extLst>
          </p:cNvPr>
          <p:cNvSpPr/>
          <p:nvPr/>
        </p:nvSpPr>
        <p:spPr>
          <a:xfrm rot="16200000">
            <a:off x="-880497" y="3014637"/>
            <a:ext cx="2451337" cy="420625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Tests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B589A26-5D6B-B37E-E2C3-9079D1638DCD}"/>
              </a:ext>
            </a:extLst>
          </p:cNvPr>
          <p:cNvSpPr/>
          <p:nvPr/>
        </p:nvSpPr>
        <p:spPr>
          <a:xfrm>
            <a:off x="98901" y="145684"/>
            <a:ext cx="898310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D1B3E"/>
                </a:solidFill>
              </a:rPr>
              <a:t>100% coverage testing suite with gaps</a:t>
            </a:r>
            <a:endParaRPr lang="en-US" sz="2800" dirty="0"/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EA8FD70E-0991-7A55-5999-DEC8DB0EC703}"/>
              </a:ext>
            </a:extLst>
          </p:cNvPr>
          <p:cNvSpPr/>
          <p:nvPr/>
        </p:nvSpPr>
        <p:spPr>
          <a:xfrm>
            <a:off x="5452278" y="1070044"/>
            <a:ext cx="3556861" cy="3075757"/>
          </a:xfrm>
          <a:prstGeom prst="wedgeRectCallout">
            <a:avLst>
              <a:gd name="adj1" fmla="val -49659"/>
              <a:gd name="adj2" fmla="val 2123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The logic blind spot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tests don’t check all the relevant combinations of inputs.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If somebody (an agent?) mistakenly </a:t>
            </a:r>
            <a:r>
              <a:rPr lang="en-US" dirty="0">
                <a:solidFill>
                  <a:srgbClr val="FF0066"/>
                </a:solidFill>
              </a:rPr>
              <a:t>changes the “||“ by “&amp;&amp;” </a:t>
            </a:r>
            <a:r>
              <a:rPr lang="en-US" dirty="0">
                <a:solidFill>
                  <a:schemeClr val="tx1"/>
                </a:solidFill>
              </a:rPr>
              <a:t>all the unit tests would still pass and provide 100% coverage</a:t>
            </a:r>
          </a:p>
        </p:txBody>
      </p:sp>
      <p:pic>
        <p:nvPicPr>
          <p:cNvPr id="15" name="Graphic 14" descr="Bug with solid fill">
            <a:extLst>
              <a:ext uri="{FF2B5EF4-FFF2-40B4-BE49-F238E27FC236}">
                <a16:creationId xmlns:a16="http://schemas.microsoft.com/office/drawing/2014/main" id="{7D89E11B-8A68-76E5-182A-8D7566006A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5420" y="3483245"/>
            <a:ext cx="510594" cy="5105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013527-1A72-C180-5153-07AAB0C914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052" y="921814"/>
            <a:ext cx="4319078" cy="10774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1B4E97-80E3-7128-EA2F-104EEF0BDA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364" y="2058423"/>
            <a:ext cx="4651033" cy="2175483"/>
          </a:xfrm>
          <a:prstGeom prst="rect">
            <a:avLst/>
          </a:prstGeom>
        </p:spPr>
      </p:pic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DCB6D400-1ED5-7B7A-F129-8F5A94DC4243}"/>
              </a:ext>
            </a:extLst>
          </p:cNvPr>
          <p:cNvSpPr/>
          <p:nvPr/>
        </p:nvSpPr>
        <p:spPr>
          <a:xfrm>
            <a:off x="2910061" y="2949957"/>
            <a:ext cx="1653851" cy="261610"/>
          </a:xfrm>
          <a:prstGeom prst="wedgeRectCallout">
            <a:avLst>
              <a:gd name="adj1" fmla="val -56107"/>
              <a:gd name="adj2" fmla="val -23883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Lines covered: {43} 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8B204231-E8F3-23F7-F9BC-E86865FC28C0}"/>
              </a:ext>
            </a:extLst>
          </p:cNvPr>
          <p:cNvSpPr/>
          <p:nvPr/>
        </p:nvSpPr>
        <p:spPr>
          <a:xfrm>
            <a:off x="2910061" y="4243516"/>
            <a:ext cx="1653851" cy="255676"/>
          </a:xfrm>
          <a:prstGeom prst="wedgeRectCallout">
            <a:avLst>
              <a:gd name="adj1" fmla="val -56107"/>
              <a:gd name="adj2" fmla="val -23883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Lines covered: {43} 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C020FB47-BE63-2A49-0B86-73B78BED62DF}"/>
              </a:ext>
            </a:extLst>
          </p:cNvPr>
          <p:cNvSpPr/>
          <p:nvPr/>
        </p:nvSpPr>
        <p:spPr>
          <a:xfrm>
            <a:off x="2840591" y="4528010"/>
            <a:ext cx="2187119" cy="261610"/>
          </a:xfrm>
          <a:prstGeom prst="wedgeRectCallout">
            <a:avLst>
              <a:gd name="adj1" fmla="val -48337"/>
              <a:gd name="adj2" fmla="val -23883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Code coverage: 100%</a:t>
            </a:r>
          </a:p>
        </p:txBody>
      </p:sp>
    </p:spTree>
    <p:extLst>
      <p:ext uri="{BB962C8B-B14F-4D97-AF65-F5344CB8AC3E}">
        <p14:creationId xmlns:p14="http://schemas.microsoft.com/office/powerpoint/2010/main" val="75715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4" grpId="0" animBg="1"/>
      <p:bldP spid="7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F6AD4-674A-C384-30F2-DF812F80F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C65E589-AB58-0343-15FB-9D9E29FCA65C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4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84465-ADD8-DA60-8493-CE92268ACA97}"/>
              </a:ext>
            </a:extLst>
          </p:cNvPr>
          <p:cNvSpPr txBox="1"/>
          <p:nvPr/>
        </p:nvSpPr>
        <p:spPr>
          <a:xfrm>
            <a:off x="61687" y="4867011"/>
            <a:ext cx="84543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Source: </a:t>
            </a:r>
            <a:r>
              <a:rPr lang="en-US" sz="1100">
                <a:hlinkClick r:id="rId3"/>
              </a:rPr>
              <a:t>PIT Mutation Testing</a:t>
            </a:r>
            <a:r>
              <a:rPr lang="en-US" sz="110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4895A7-F18A-7824-36FA-968EBF7B9F85}"/>
              </a:ext>
            </a:extLst>
          </p:cNvPr>
          <p:cNvSpPr/>
          <p:nvPr/>
        </p:nvSpPr>
        <p:spPr>
          <a:xfrm rot="16200000">
            <a:off x="-511108" y="1343392"/>
            <a:ext cx="1712562" cy="4206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Production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9A6AC7-9A3A-6BCB-49A0-2B5A2DBBD402}"/>
              </a:ext>
            </a:extLst>
          </p:cNvPr>
          <p:cNvSpPr/>
          <p:nvPr/>
        </p:nvSpPr>
        <p:spPr>
          <a:xfrm rot="16200000">
            <a:off x="-728088" y="3272933"/>
            <a:ext cx="2146519" cy="420625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Tests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56349C7-F201-41CE-AD4A-FE1A49A66DC6}"/>
              </a:ext>
            </a:extLst>
          </p:cNvPr>
          <p:cNvSpPr/>
          <p:nvPr/>
        </p:nvSpPr>
        <p:spPr>
          <a:xfrm>
            <a:off x="98901" y="145684"/>
            <a:ext cx="898310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0D1B3E"/>
                </a:solidFill>
              </a:rPr>
              <a:t>100% coverage testing suite with gaps</a:t>
            </a:r>
            <a:endParaRPr lang="en-US" sz="2800" dirty="0"/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D7860BAF-7F2E-F86E-DCEB-C3181F2FA356}"/>
              </a:ext>
            </a:extLst>
          </p:cNvPr>
          <p:cNvSpPr/>
          <p:nvPr/>
        </p:nvSpPr>
        <p:spPr>
          <a:xfrm>
            <a:off x="5323667" y="1099528"/>
            <a:ext cx="3556861" cy="3075757"/>
          </a:xfrm>
          <a:prstGeom prst="wedgeRectCallout">
            <a:avLst>
              <a:gd name="adj1" fmla="val -49659"/>
              <a:gd name="adj2" fmla="val 2123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The missing boundary test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behavior at the boundary is not checked (when age == 18).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If somebody (an agent?) mistakenly </a:t>
            </a:r>
            <a:r>
              <a:rPr lang="en-US" dirty="0">
                <a:solidFill>
                  <a:srgbClr val="FF0066"/>
                </a:solidFill>
              </a:rPr>
              <a:t>changes the “&gt;=“ by “&gt;” </a:t>
            </a:r>
            <a:r>
              <a:rPr lang="en-US" dirty="0">
                <a:solidFill>
                  <a:schemeClr val="tx1"/>
                </a:solidFill>
              </a:rPr>
              <a:t>all the unit tests would still pass and provide 100% coverage</a:t>
            </a:r>
          </a:p>
        </p:txBody>
      </p:sp>
      <p:pic>
        <p:nvPicPr>
          <p:cNvPr id="15" name="Graphic 14" descr="Bug with solid fill">
            <a:extLst>
              <a:ext uri="{FF2B5EF4-FFF2-40B4-BE49-F238E27FC236}">
                <a16:creationId xmlns:a16="http://schemas.microsoft.com/office/drawing/2014/main" id="{18EAD7BF-D9C4-B860-E983-44B65BC926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3220" y="3483245"/>
            <a:ext cx="510594" cy="5105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BABB25-366B-94BF-FCCD-A16DD97239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719" y="1155090"/>
            <a:ext cx="3647131" cy="6956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07B6BF-D607-4062-5780-5A25E110ED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363" y="2439511"/>
            <a:ext cx="3023973" cy="1925200"/>
          </a:xfrm>
          <a:prstGeom prst="rect">
            <a:avLst/>
          </a:prstGeom>
        </p:spPr>
      </p:pic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431808A0-4410-356D-D521-A70DC21B615C}"/>
              </a:ext>
            </a:extLst>
          </p:cNvPr>
          <p:cNvSpPr/>
          <p:nvPr/>
        </p:nvSpPr>
        <p:spPr>
          <a:xfrm>
            <a:off x="2822582" y="3246084"/>
            <a:ext cx="1799508" cy="261610"/>
          </a:xfrm>
          <a:prstGeom prst="wedgeRectCallout">
            <a:avLst>
              <a:gd name="adj1" fmla="val -37514"/>
              <a:gd name="adj2" fmla="val -76466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Lines covered: {25} </a:t>
            </a:r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4D5D041B-1AA9-8155-BFEA-E383E0194CCF}"/>
              </a:ext>
            </a:extLst>
          </p:cNvPr>
          <p:cNvSpPr/>
          <p:nvPr/>
        </p:nvSpPr>
        <p:spPr>
          <a:xfrm>
            <a:off x="2822582" y="4268894"/>
            <a:ext cx="1799508" cy="261610"/>
          </a:xfrm>
          <a:prstGeom prst="wedgeRectCallout">
            <a:avLst>
              <a:gd name="adj1" fmla="val -37514"/>
              <a:gd name="adj2" fmla="val -76466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Lines covered: {25} </a:t>
            </a: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59EA6438-F7D6-5F3A-5744-9DB7E205E62F}"/>
              </a:ext>
            </a:extLst>
          </p:cNvPr>
          <p:cNvSpPr/>
          <p:nvPr/>
        </p:nvSpPr>
        <p:spPr>
          <a:xfrm>
            <a:off x="2728460" y="4614506"/>
            <a:ext cx="2187119" cy="261610"/>
          </a:xfrm>
          <a:prstGeom prst="wedgeRectCallout">
            <a:avLst>
              <a:gd name="adj1" fmla="val -48337"/>
              <a:gd name="adj2" fmla="val -23883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Code coverage: 100%</a:t>
            </a:r>
          </a:p>
        </p:txBody>
      </p:sp>
    </p:spTree>
    <p:extLst>
      <p:ext uri="{BB962C8B-B14F-4D97-AF65-F5344CB8AC3E}">
        <p14:creationId xmlns:p14="http://schemas.microsoft.com/office/powerpoint/2010/main" val="1215369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1" grpId="0" animBg="1"/>
      <p:bldP spid="14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C046D-A5ED-2C97-A2C8-D742B54E8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5396B7A-E083-5F3A-7E1D-DD1E03B63423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4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C50877A-7D78-68DB-B32F-BEF5BF72D9D7}"/>
              </a:ext>
            </a:extLst>
          </p:cNvPr>
          <p:cNvSpPr/>
          <p:nvPr/>
        </p:nvSpPr>
        <p:spPr>
          <a:xfrm>
            <a:off x="98901" y="145684"/>
            <a:ext cx="898310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</a:rPr>
              <a:t>How does mutation testing work?</a:t>
            </a:r>
            <a:r>
              <a:rPr lang="en-US" sz="2800" b="1" baseline="30000" dirty="0">
                <a:solidFill>
                  <a:srgbClr val="0D1B3E"/>
                </a:solidFill>
              </a:rPr>
              <a:t>1</a:t>
            </a:r>
            <a:endParaRPr lang="en-US" sz="2800" baseline="30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C98892-89C4-4CB6-8A4C-E2E12E3A6467}"/>
              </a:ext>
            </a:extLst>
          </p:cNvPr>
          <p:cNvSpPr/>
          <p:nvPr/>
        </p:nvSpPr>
        <p:spPr>
          <a:xfrm rot="16200000">
            <a:off x="-400478" y="1543202"/>
            <a:ext cx="1223430" cy="29909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Production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F9E3FF-E2E7-ADFE-0518-1DE280E9E7EA}"/>
              </a:ext>
            </a:extLst>
          </p:cNvPr>
          <p:cNvSpPr/>
          <p:nvPr/>
        </p:nvSpPr>
        <p:spPr>
          <a:xfrm rot="16200000">
            <a:off x="-862024" y="3228175"/>
            <a:ext cx="2146519" cy="299094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Tests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00FC77-36A5-A5D8-3239-1807AE8BC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60" y="1263937"/>
            <a:ext cx="2228965" cy="6350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A43F47-42DE-938A-56DC-86DB73326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510" y="2401270"/>
            <a:ext cx="2349621" cy="18923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0A056F-4161-4FD9-5D19-3AFAE37EBF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6922" y="1242730"/>
            <a:ext cx="2235315" cy="6540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0F094E6-E882-8306-2F4A-D2E3B7FECF95}"/>
                  </a:ext>
                </a:extLst>
              </p:cNvPr>
              <p:cNvSpPr/>
              <p:nvPr/>
            </p:nvSpPr>
            <p:spPr>
              <a:xfrm>
                <a:off x="3029768" y="839610"/>
                <a:ext cx="2349621" cy="283757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Mutant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0F094E6-E882-8306-2F4A-D2E3B7FECF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768" y="839610"/>
                <a:ext cx="2349621" cy="283757"/>
              </a:xfrm>
              <a:prstGeom prst="rect">
                <a:avLst/>
              </a:prstGeom>
              <a:blipFill>
                <a:blip r:embed="rId6"/>
                <a:stretch>
                  <a:fillRect t="-12500" b="-35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8458E3A-4F4D-F8F8-99FC-74040B76F41B}"/>
              </a:ext>
            </a:extLst>
          </p:cNvPr>
          <p:cNvCxnSpPr>
            <a:cxnSpLocks/>
          </p:cNvCxnSpPr>
          <p:nvPr/>
        </p:nvCxnSpPr>
        <p:spPr>
          <a:xfrm>
            <a:off x="2856375" y="1263937"/>
            <a:ext cx="0" cy="312208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Graphic 20" descr="Bug with solid fill">
            <a:extLst>
              <a:ext uri="{FF2B5EF4-FFF2-40B4-BE49-F238E27FC236}">
                <a16:creationId xmlns:a16="http://schemas.microsoft.com/office/drawing/2014/main" id="{AC3A93DF-9C91-FCEF-56AD-4A5D7C51F5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75504" y="1656612"/>
            <a:ext cx="205724" cy="205724"/>
          </a:xfrm>
          <a:prstGeom prst="rect">
            <a:avLst/>
          </a:prstGeom>
        </p:spPr>
      </p:pic>
      <p:pic>
        <p:nvPicPr>
          <p:cNvPr id="23" name="Graphic 22" descr="Checkmark with solid fill">
            <a:extLst>
              <a:ext uri="{FF2B5EF4-FFF2-40B4-BE49-F238E27FC236}">
                <a16:creationId xmlns:a16="http://schemas.microsoft.com/office/drawing/2014/main" id="{0E04C88C-B37A-87D1-993E-1D6489A815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7384" y="2375974"/>
            <a:ext cx="654085" cy="654085"/>
          </a:xfrm>
          <a:prstGeom prst="rect">
            <a:avLst/>
          </a:prstGeom>
        </p:spPr>
      </p:pic>
      <p:pic>
        <p:nvPicPr>
          <p:cNvPr id="25" name="Graphic 24" descr="Close with solid fill">
            <a:extLst>
              <a:ext uri="{FF2B5EF4-FFF2-40B4-BE49-F238E27FC236}">
                <a16:creationId xmlns:a16="http://schemas.microsoft.com/office/drawing/2014/main" id="{4BC991DE-CE20-529D-E722-4CBDC9E45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17915" y="2361195"/>
            <a:ext cx="654085" cy="654085"/>
          </a:xfrm>
          <a:prstGeom prst="rect">
            <a:avLst/>
          </a:prstGeom>
        </p:spPr>
      </p:pic>
      <p:pic>
        <p:nvPicPr>
          <p:cNvPr id="26" name="Graphic 25" descr="Close with solid fill">
            <a:extLst>
              <a:ext uri="{FF2B5EF4-FFF2-40B4-BE49-F238E27FC236}">
                <a16:creationId xmlns:a16="http://schemas.microsoft.com/office/drawing/2014/main" id="{E709E44B-A826-5DE8-15B0-A4C85E19A0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95501" y="3479661"/>
            <a:ext cx="654085" cy="65408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21C251B-5D4B-F727-4B10-26AE45C95A58}"/>
              </a:ext>
            </a:extLst>
          </p:cNvPr>
          <p:cNvSpPr txBox="1"/>
          <p:nvPr/>
        </p:nvSpPr>
        <p:spPr>
          <a:xfrm>
            <a:off x="3086923" y="4530404"/>
            <a:ext cx="223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Mutant killed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8A4DCD9-F1BF-FF39-5939-FE1C46326889}"/>
              </a:ext>
            </a:extLst>
          </p:cNvPr>
          <p:cNvCxnSpPr>
            <a:cxnSpLocks/>
          </p:cNvCxnSpPr>
          <p:nvPr/>
        </p:nvCxnSpPr>
        <p:spPr>
          <a:xfrm>
            <a:off x="5599575" y="1263937"/>
            <a:ext cx="0" cy="312208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541DC1C-F214-E5B3-B3E4-0B323E784F0B}"/>
                  </a:ext>
                </a:extLst>
              </p:cNvPr>
              <p:cNvSpPr/>
              <p:nvPr/>
            </p:nvSpPr>
            <p:spPr>
              <a:xfrm>
                <a:off x="5954409" y="839610"/>
                <a:ext cx="2349621" cy="283757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Mutant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541DC1C-F214-E5B3-B3E4-0B323E784F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409" y="839610"/>
                <a:ext cx="2349621" cy="283757"/>
              </a:xfrm>
              <a:prstGeom prst="rect">
                <a:avLst/>
              </a:prstGeom>
              <a:blipFill>
                <a:blip r:embed="rId13"/>
                <a:stretch>
                  <a:fillRect t="-12500" b="-35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51220396-B1C8-5D4E-FCC5-5B65F5D564E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26368" y="1239722"/>
            <a:ext cx="2235315" cy="635033"/>
          </a:xfrm>
          <a:prstGeom prst="rect">
            <a:avLst/>
          </a:prstGeom>
        </p:spPr>
      </p:pic>
      <p:pic>
        <p:nvPicPr>
          <p:cNvPr id="34" name="Graphic 33" descr="Bug with solid fill">
            <a:extLst>
              <a:ext uri="{FF2B5EF4-FFF2-40B4-BE49-F238E27FC236}">
                <a16:creationId xmlns:a16="http://schemas.microsoft.com/office/drawing/2014/main" id="{9D89B4BF-ACEF-722E-045B-A5C3B2F3E7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21565" y="1656612"/>
            <a:ext cx="205724" cy="205724"/>
          </a:xfrm>
          <a:prstGeom prst="rect">
            <a:avLst/>
          </a:prstGeom>
        </p:spPr>
      </p:pic>
      <p:pic>
        <p:nvPicPr>
          <p:cNvPr id="35" name="Graphic 34" descr="Checkmark with solid fill">
            <a:extLst>
              <a:ext uri="{FF2B5EF4-FFF2-40B4-BE49-F238E27FC236}">
                <a16:creationId xmlns:a16="http://schemas.microsoft.com/office/drawing/2014/main" id="{AC569780-0FC6-8BE5-6FC6-C418327D14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16982" y="3484064"/>
            <a:ext cx="654085" cy="65408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AB75290-9C7B-77E1-2C61-0524461817D5}"/>
              </a:ext>
            </a:extLst>
          </p:cNvPr>
          <p:cNvSpPr txBox="1"/>
          <p:nvPr/>
        </p:nvSpPr>
        <p:spPr>
          <a:xfrm>
            <a:off x="5926367" y="4530403"/>
            <a:ext cx="223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Mutant survived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3FABF5-C759-55CF-DFCC-973CF8072143}"/>
              </a:ext>
            </a:extLst>
          </p:cNvPr>
          <p:cNvSpPr txBox="1"/>
          <p:nvPr/>
        </p:nvSpPr>
        <p:spPr>
          <a:xfrm>
            <a:off x="17794" y="4672104"/>
            <a:ext cx="35507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arenR"/>
            </a:pPr>
            <a:r>
              <a:rPr lang="en-US" sz="1100" dirty="0"/>
              <a:t>More info here: </a:t>
            </a:r>
            <a:r>
              <a:rPr lang="en-US" sz="1100" dirty="0">
                <a:hlinkClick r:id="rId15"/>
              </a:rPr>
              <a:t>Mutation testing – Wikipedia</a:t>
            </a:r>
            <a:endParaRPr lang="en-US" sz="1100" dirty="0"/>
          </a:p>
          <a:p>
            <a:pPr marL="228600" indent="-228600">
              <a:buAutoNum type="arabicParenR"/>
            </a:pPr>
            <a:r>
              <a:rPr lang="en-US" sz="1100" dirty="0"/>
              <a:t>There are other mutators, refer to the documentation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63DD57-4CCB-91CB-3EBF-8818D52D677C}"/>
              </a:ext>
            </a:extLst>
          </p:cNvPr>
          <p:cNvSpPr txBox="1"/>
          <p:nvPr/>
        </p:nvSpPr>
        <p:spPr>
          <a:xfrm>
            <a:off x="3165373" y="2910877"/>
            <a:ext cx="223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Test fails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C269DE-4801-4578-9058-79710091162A}"/>
              </a:ext>
            </a:extLst>
          </p:cNvPr>
          <p:cNvSpPr txBox="1"/>
          <p:nvPr/>
        </p:nvSpPr>
        <p:spPr>
          <a:xfrm>
            <a:off x="3133714" y="4086269"/>
            <a:ext cx="223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Test fails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356B2A-E3B7-E412-F6D3-2B05840964A4}"/>
              </a:ext>
            </a:extLst>
          </p:cNvPr>
          <p:cNvSpPr txBox="1"/>
          <p:nvPr/>
        </p:nvSpPr>
        <p:spPr>
          <a:xfrm>
            <a:off x="5926367" y="2910877"/>
            <a:ext cx="223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Test passes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119F12-F482-B1A8-4544-48FDE9224702}"/>
              </a:ext>
            </a:extLst>
          </p:cNvPr>
          <p:cNvSpPr txBox="1"/>
          <p:nvPr/>
        </p:nvSpPr>
        <p:spPr>
          <a:xfrm>
            <a:off x="5945540" y="4045585"/>
            <a:ext cx="223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Test passes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1D6C8D-7962-11FE-4438-A0F3E75C865B}"/>
              </a:ext>
            </a:extLst>
          </p:cNvPr>
          <p:cNvSpPr txBox="1"/>
          <p:nvPr/>
        </p:nvSpPr>
        <p:spPr>
          <a:xfrm>
            <a:off x="3491241" y="1821944"/>
            <a:ext cx="15321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Mutator </a:t>
            </a:r>
            <a:r>
              <a:rPr lang="en-US" sz="1100" i="1" dirty="0"/>
              <a:t>change-sign</a:t>
            </a:r>
            <a:r>
              <a:rPr lang="en-US" sz="1100" baseline="300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F29610-75F8-1771-7BAC-11B385093236}"/>
              </a:ext>
            </a:extLst>
          </p:cNvPr>
          <p:cNvSpPr txBox="1"/>
          <p:nvPr/>
        </p:nvSpPr>
        <p:spPr>
          <a:xfrm>
            <a:off x="6461224" y="1846913"/>
            <a:ext cx="15321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Mutator </a:t>
            </a:r>
            <a:r>
              <a:rPr lang="en-US" sz="1100" i="1" dirty="0"/>
              <a:t>change-sign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peech Bubble: Rectangle 2">
                <a:extLst>
                  <a:ext uri="{FF2B5EF4-FFF2-40B4-BE49-F238E27FC236}">
                    <a16:creationId xmlns:a16="http://schemas.microsoft.com/office/drawing/2014/main" id="{A9BC9AF0-1FF3-5D67-578B-8CDEE2F8B112}"/>
                  </a:ext>
                </a:extLst>
              </p:cNvPr>
              <p:cNvSpPr/>
              <p:nvPr/>
            </p:nvSpPr>
            <p:spPr>
              <a:xfrm>
                <a:off x="1451866" y="2303201"/>
                <a:ext cx="4857893" cy="1393569"/>
              </a:xfrm>
              <a:prstGeom prst="wedgeRectCallout">
                <a:avLst>
                  <a:gd name="adj1" fmla="val -49558"/>
                  <a:gd name="adj2" fmla="val -22500"/>
                </a:avLst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Code coverage = 100%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sz="2000" dirty="0"/>
                  <a:t>Tests strength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𝑘𝑖𝑙𝑙𝑒𝑑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𝑘𝑖𝑙𝑙𝑒𝑑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𝑠𝑢𝑟𝑣𝑖𝑣𝑒𝑑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=50%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Speech Bubble: Rectangle 2">
                <a:extLst>
                  <a:ext uri="{FF2B5EF4-FFF2-40B4-BE49-F238E27FC236}">
                    <a16:creationId xmlns:a16="http://schemas.microsoft.com/office/drawing/2014/main" id="{A9BC9AF0-1FF3-5D67-578B-8CDEE2F8B1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866" y="2303201"/>
                <a:ext cx="4857893" cy="1393569"/>
              </a:xfrm>
              <a:prstGeom prst="wedgeRectCallout">
                <a:avLst>
                  <a:gd name="adj1" fmla="val -49558"/>
                  <a:gd name="adj2" fmla="val -22500"/>
                </a:avLst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EB57BDD-8625-12A2-4B4F-355E242AD6E4}"/>
              </a:ext>
            </a:extLst>
          </p:cNvPr>
          <p:cNvSpPr txBox="1"/>
          <p:nvPr/>
        </p:nvSpPr>
        <p:spPr>
          <a:xfrm>
            <a:off x="5440885" y="737422"/>
            <a:ext cx="425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…</a:t>
            </a:r>
            <a:endParaRPr lang="en-US" sz="2400" baseline="30000" dirty="0"/>
          </a:p>
        </p:txBody>
      </p:sp>
      <p:sp>
        <p:nvSpPr>
          <p:cNvPr id="20" name="Speech Bubble: Rectangle 19">
            <a:extLst>
              <a:ext uri="{FF2B5EF4-FFF2-40B4-BE49-F238E27FC236}">
                <a16:creationId xmlns:a16="http://schemas.microsoft.com/office/drawing/2014/main" id="{BF576912-E144-782C-6437-F0E75FD6F402}"/>
              </a:ext>
            </a:extLst>
          </p:cNvPr>
          <p:cNvSpPr/>
          <p:nvPr/>
        </p:nvSpPr>
        <p:spPr>
          <a:xfrm>
            <a:off x="6247053" y="3058844"/>
            <a:ext cx="2609208" cy="763522"/>
          </a:xfrm>
          <a:prstGeom prst="wedgeRectCallout">
            <a:avLst>
              <a:gd name="adj1" fmla="val -60250"/>
              <a:gd name="adj2" fmla="val 5502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!</a:t>
            </a:r>
            <a:r>
              <a:rPr lang="en-US" dirty="0">
                <a:solidFill>
                  <a:schemeClr val="tx1"/>
                </a:solidFill>
              </a:rPr>
              <a:t> But there are some bugs I can’t detect</a:t>
            </a:r>
          </a:p>
        </p:txBody>
      </p:sp>
      <p:sp>
        <p:nvSpPr>
          <p:cNvPr id="22" name="Speech Bubble: Rectangle 21">
            <a:extLst>
              <a:ext uri="{FF2B5EF4-FFF2-40B4-BE49-F238E27FC236}">
                <a16:creationId xmlns:a16="http://schemas.microsoft.com/office/drawing/2014/main" id="{94037BD9-9604-A61D-11B1-4EC94A994E4B}"/>
              </a:ext>
            </a:extLst>
          </p:cNvPr>
          <p:cNvSpPr/>
          <p:nvPr/>
        </p:nvSpPr>
        <p:spPr>
          <a:xfrm>
            <a:off x="6247053" y="2150878"/>
            <a:ext cx="2609208" cy="763522"/>
          </a:xfrm>
          <a:prstGeom prst="wedgeRectCallout">
            <a:avLst>
              <a:gd name="adj1" fmla="val -59940"/>
              <a:gd name="adj2" fmla="val 1716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B050"/>
                </a:solidFill>
              </a:rPr>
              <a:t>✓</a:t>
            </a:r>
            <a:r>
              <a:rPr lang="en-US" dirty="0">
                <a:solidFill>
                  <a:schemeClr val="tx1"/>
                </a:solidFill>
              </a:rPr>
              <a:t> I am touching all the production lines of code</a:t>
            </a:r>
          </a:p>
        </p:txBody>
      </p:sp>
    </p:spTree>
    <p:extLst>
      <p:ext uri="{BB962C8B-B14F-4D97-AF65-F5344CB8AC3E}">
        <p14:creationId xmlns:p14="http://schemas.microsoft.com/office/powerpoint/2010/main" val="3203572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8" grpId="0"/>
      <p:bldP spid="30" grpId="0" animBg="1"/>
      <p:bldP spid="38" grpId="0"/>
      <p:bldP spid="8" grpId="0"/>
      <p:bldP spid="9" grpId="0"/>
      <p:bldP spid="10" grpId="0"/>
      <p:bldP spid="11" grpId="0"/>
      <p:bldP spid="13" grpId="0"/>
      <p:bldP spid="15" grpId="0"/>
      <p:bldP spid="3" grpId="0" animBg="1"/>
      <p:bldP spid="18" grpId="0"/>
      <p:bldP spid="20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A202D-44C0-965A-A6B4-A5E6ABA5B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8114AC29-6487-5574-A889-290F66A11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08007" y="2462188"/>
            <a:ext cx="5029458" cy="1695537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3A815C88-81EB-3ABD-5268-2294FDD55FC1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4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706B57-6555-C29E-3F3F-ECAABA7FBB6A}"/>
              </a:ext>
            </a:extLst>
          </p:cNvPr>
          <p:cNvSpPr/>
          <p:nvPr/>
        </p:nvSpPr>
        <p:spPr>
          <a:xfrm>
            <a:off x="98901" y="267064"/>
            <a:ext cx="898310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</a:rPr>
              <a:t>Enhance your unit tests to kill surviving mutants to improve the tests strength</a:t>
            </a:r>
            <a:endParaRPr lang="en-US" sz="2800" baseline="30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253B3E-35ED-406D-BFF8-57CB6E9FD81D}"/>
              </a:ext>
            </a:extLst>
          </p:cNvPr>
          <p:cNvSpPr/>
          <p:nvPr/>
        </p:nvSpPr>
        <p:spPr>
          <a:xfrm rot="16200000">
            <a:off x="-400478" y="1543202"/>
            <a:ext cx="1223430" cy="29909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Production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4F0BC7-332A-63EA-50D5-55DFB5221982}"/>
              </a:ext>
            </a:extLst>
          </p:cNvPr>
          <p:cNvSpPr/>
          <p:nvPr/>
        </p:nvSpPr>
        <p:spPr>
          <a:xfrm rot="16200000">
            <a:off x="-862024" y="3228175"/>
            <a:ext cx="2146519" cy="299094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Tests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0DC692-FCC7-B523-02E2-B6D20BE7D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60" y="1263937"/>
            <a:ext cx="2228965" cy="6350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A6CE64C-AF14-F7BA-E29F-2191D8EA80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6922" y="1242730"/>
            <a:ext cx="2235315" cy="6540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ADBEC54-6F42-1C3C-8A06-464E11BBA5C0}"/>
                  </a:ext>
                </a:extLst>
              </p:cNvPr>
              <p:cNvSpPr/>
              <p:nvPr/>
            </p:nvSpPr>
            <p:spPr>
              <a:xfrm>
                <a:off x="3029768" y="839610"/>
                <a:ext cx="2349621" cy="283757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Mutant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0F094E6-E882-8306-2F4A-D2E3B7FECF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768" y="839610"/>
                <a:ext cx="2349621" cy="283757"/>
              </a:xfrm>
              <a:prstGeom prst="rect">
                <a:avLst/>
              </a:prstGeom>
              <a:blipFill>
                <a:blip r:embed="rId6"/>
                <a:stretch>
                  <a:fillRect t="-12500" b="-35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74D252D-CC8B-94F8-D072-3E955548B8DD}"/>
              </a:ext>
            </a:extLst>
          </p:cNvPr>
          <p:cNvCxnSpPr>
            <a:cxnSpLocks/>
          </p:cNvCxnSpPr>
          <p:nvPr/>
        </p:nvCxnSpPr>
        <p:spPr>
          <a:xfrm>
            <a:off x="2856375" y="1263937"/>
            <a:ext cx="0" cy="312208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Graphic 20" descr="Bug with solid fill">
            <a:extLst>
              <a:ext uri="{FF2B5EF4-FFF2-40B4-BE49-F238E27FC236}">
                <a16:creationId xmlns:a16="http://schemas.microsoft.com/office/drawing/2014/main" id="{E9F25986-9EA3-F4B8-0B71-2FFC0351C5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75504" y="1656612"/>
            <a:ext cx="205724" cy="205724"/>
          </a:xfrm>
          <a:prstGeom prst="rect">
            <a:avLst/>
          </a:prstGeom>
        </p:spPr>
      </p:pic>
      <p:pic>
        <p:nvPicPr>
          <p:cNvPr id="25" name="Graphic 24" descr="Close with solid fill">
            <a:extLst>
              <a:ext uri="{FF2B5EF4-FFF2-40B4-BE49-F238E27FC236}">
                <a16:creationId xmlns:a16="http://schemas.microsoft.com/office/drawing/2014/main" id="{C4E17D68-A3E3-C669-64D0-D09DF77D03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17915" y="2361195"/>
            <a:ext cx="654085" cy="654085"/>
          </a:xfrm>
          <a:prstGeom prst="rect">
            <a:avLst/>
          </a:prstGeom>
        </p:spPr>
      </p:pic>
      <p:pic>
        <p:nvPicPr>
          <p:cNvPr id="26" name="Graphic 25" descr="Close with solid fill">
            <a:extLst>
              <a:ext uri="{FF2B5EF4-FFF2-40B4-BE49-F238E27FC236}">
                <a16:creationId xmlns:a16="http://schemas.microsoft.com/office/drawing/2014/main" id="{6CF8F911-9B34-C717-A9FE-DACE18E431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95501" y="3479661"/>
            <a:ext cx="654085" cy="65408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E8CF1F4-8F6F-1E57-C6EF-27229567E5A0}"/>
              </a:ext>
            </a:extLst>
          </p:cNvPr>
          <p:cNvSpPr txBox="1"/>
          <p:nvPr/>
        </p:nvSpPr>
        <p:spPr>
          <a:xfrm>
            <a:off x="3086923" y="4530404"/>
            <a:ext cx="223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Mutant killed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567ED77-8C88-F6C3-DAF4-D3F5AA2B48D9}"/>
              </a:ext>
            </a:extLst>
          </p:cNvPr>
          <p:cNvCxnSpPr>
            <a:cxnSpLocks/>
          </p:cNvCxnSpPr>
          <p:nvPr/>
        </p:nvCxnSpPr>
        <p:spPr>
          <a:xfrm>
            <a:off x="5599575" y="1263937"/>
            <a:ext cx="0" cy="312208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9A636DA-A0FB-5EA9-2AA6-433FBA5F2BCF}"/>
                  </a:ext>
                </a:extLst>
              </p:cNvPr>
              <p:cNvSpPr/>
              <p:nvPr/>
            </p:nvSpPr>
            <p:spPr>
              <a:xfrm>
                <a:off x="5954409" y="839610"/>
                <a:ext cx="2349621" cy="283757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Mutant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4541DC1C-F214-E5B3-B3E4-0B323E784F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409" y="839610"/>
                <a:ext cx="2349621" cy="283757"/>
              </a:xfrm>
              <a:prstGeom prst="rect">
                <a:avLst/>
              </a:prstGeom>
              <a:blipFill>
                <a:blip r:embed="rId13"/>
                <a:stretch>
                  <a:fillRect t="-12500" b="-35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40CA4AC6-93A1-A741-FBBF-13091E57FE5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26368" y="1239722"/>
            <a:ext cx="2235315" cy="635033"/>
          </a:xfrm>
          <a:prstGeom prst="rect">
            <a:avLst/>
          </a:prstGeom>
        </p:spPr>
      </p:pic>
      <p:pic>
        <p:nvPicPr>
          <p:cNvPr id="34" name="Graphic 33" descr="Bug with solid fill">
            <a:extLst>
              <a:ext uri="{FF2B5EF4-FFF2-40B4-BE49-F238E27FC236}">
                <a16:creationId xmlns:a16="http://schemas.microsoft.com/office/drawing/2014/main" id="{B461864B-FB1A-7150-1A0E-C37682C246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21565" y="1656612"/>
            <a:ext cx="205724" cy="20572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AF94FCC-35D9-4E1B-4F46-3F7114B89CD1}"/>
              </a:ext>
            </a:extLst>
          </p:cNvPr>
          <p:cNvSpPr txBox="1"/>
          <p:nvPr/>
        </p:nvSpPr>
        <p:spPr>
          <a:xfrm>
            <a:off x="5926367" y="4530403"/>
            <a:ext cx="223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Mutant killed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E25F46-6F85-6F96-DA6F-98EB1E5F8A68}"/>
              </a:ext>
            </a:extLst>
          </p:cNvPr>
          <p:cNvSpPr txBox="1"/>
          <p:nvPr/>
        </p:nvSpPr>
        <p:spPr>
          <a:xfrm>
            <a:off x="3165373" y="2910877"/>
            <a:ext cx="223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Test fails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711BC7-3156-5BD7-BCE4-7DE38D52BA2B}"/>
              </a:ext>
            </a:extLst>
          </p:cNvPr>
          <p:cNvSpPr txBox="1"/>
          <p:nvPr/>
        </p:nvSpPr>
        <p:spPr>
          <a:xfrm>
            <a:off x="3133714" y="4086269"/>
            <a:ext cx="223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Test fails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2AEFE5-C5F1-E3B6-07EA-D3C1C27FECEA}"/>
              </a:ext>
            </a:extLst>
          </p:cNvPr>
          <p:cNvSpPr txBox="1"/>
          <p:nvPr/>
        </p:nvSpPr>
        <p:spPr>
          <a:xfrm>
            <a:off x="3491241" y="1821944"/>
            <a:ext cx="15321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Mutator </a:t>
            </a:r>
            <a:r>
              <a:rPr lang="en-US" sz="1100" i="1" dirty="0"/>
              <a:t>change-sign</a:t>
            </a:r>
            <a:r>
              <a:rPr lang="en-US" sz="1100" baseline="300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11DC6B-BC2F-AD4A-118D-979A4C271A43}"/>
              </a:ext>
            </a:extLst>
          </p:cNvPr>
          <p:cNvSpPr txBox="1"/>
          <p:nvPr/>
        </p:nvSpPr>
        <p:spPr>
          <a:xfrm>
            <a:off x="6461224" y="1846913"/>
            <a:ext cx="15321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Mutator </a:t>
            </a:r>
            <a:r>
              <a:rPr lang="en-US" sz="1100" i="1" dirty="0"/>
              <a:t>change-sign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196C4C-BE88-02C0-D40E-C2F2E9E88767}"/>
              </a:ext>
            </a:extLst>
          </p:cNvPr>
          <p:cNvSpPr txBox="1"/>
          <p:nvPr/>
        </p:nvSpPr>
        <p:spPr>
          <a:xfrm>
            <a:off x="5440885" y="737422"/>
            <a:ext cx="425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…</a:t>
            </a:r>
            <a:endParaRPr lang="en-US" sz="2400" baseline="30000" dirty="0"/>
          </a:p>
        </p:txBody>
      </p:sp>
      <p:pic>
        <p:nvPicPr>
          <p:cNvPr id="37" name="Graphic 36" descr="Close with solid fill">
            <a:extLst>
              <a:ext uri="{FF2B5EF4-FFF2-40B4-BE49-F238E27FC236}">
                <a16:creationId xmlns:a16="http://schemas.microsoft.com/office/drawing/2014/main" id="{A6F89BDA-ADAC-1ECE-962A-6A0051C74E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59291" y="2353396"/>
            <a:ext cx="654085" cy="654085"/>
          </a:xfrm>
          <a:prstGeom prst="rect">
            <a:avLst/>
          </a:prstGeom>
        </p:spPr>
      </p:pic>
      <p:pic>
        <p:nvPicPr>
          <p:cNvPr id="39" name="Graphic 38" descr="Close with solid fill">
            <a:extLst>
              <a:ext uri="{FF2B5EF4-FFF2-40B4-BE49-F238E27FC236}">
                <a16:creationId xmlns:a16="http://schemas.microsoft.com/office/drawing/2014/main" id="{AE84E836-D425-ECCE-F66C-02CFCA82B8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36877" y="3471862"/>
            <a:ext cx="654085" cy="65408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4E4DF2A-5B9D-FEDB-17CB-5FC2B7DC3A4E}"/>
              </a:ext>
            </a:extLst>
          </p:cNvPr>
          <p:cNvSpPr txBox="1"/>
          <p:nvPr/>
        </p:nvSpPr>
        <p:spPr>
          <a:xfrm>
            <a:off x="5906749" y="2903078"/>
            <a:ext cx="223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Test fails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E86AFB-A666-0229-DAA7-1E78BD54EF5F}"/>
              </a:ext>
            </a:extLst>
          </p:cNvPr>
          <p:cNvSpPr txBox="1"/>
          <p:nvPr/>
        </p:nvSpPr>
        <p:spPr>
          <a:xfrm>
            <a:off x="5875090" y="4078470"/>
            <a:ext cx="2235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Test fails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CF1CA3-8E48-D9F0-4BFE-D3DC3BDD8202}"/>
              </a:ext>
            </a:extLst>
          </p:cNvPr>
          <p:cNvSpPr txBox="1"/>
          <p:nvPr/>
        </p:nvSpPr>
        <p:spPr>
          <a:xfrm>
            <a:off x="385731" y="4476516"/>
            <a:ext cx="2375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Corrected tests: now the boundary condition is checked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02B85E-3D0B-9A27-4A47-ECC650DA0690}"/>
              </a:ext>
            </a:extLst>
          </p:cNvPr>
          <p:cNvSpPr/>
          <p:nvPr/>
        </p:nvSpPr>
        <p:spPr>
          <a:xfrm>
            <a:off x="406722" y="2304462"/>
            <a:ext cx="2461199" cy="2146520"/>
          </a:xfrm>
          <a:prstGeom prst="rect">
            <a:avLst/>
          </a:prstGeom>
          <a:noFill/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peech Bubble: Rectangle 2">
                <a:extLst>
                  <a:ext uri="{FF2B5EF4-FFF2-40B4-BE49-F238E27FC236}">
                    <a16:creationId xmlns:a16="http://schemas.microsoft.com/office/drawing/2014/main" id="{4B3AB244-76F9-D6F3-6AFA-1A7B6ABBCC2F}"/>
                  </a:ext>
                </a:extLst>
              </p:cNvPr>
              <p:cNvSpPr/>
              <p:nvPr/>
            </p:nvSpPr>
            <p:spPr>
              <a:xfrm>
                <a:off x="2186131" y="2205821"/>
                <a:ext cx="4857893" cy="1393569"/>
              </a:xfrm>
              <a:prstGeom prst="wedgeRectCallout">
                <a:avLst>
                  <a:gd name="adj1" fmla="val -49558"/>
                  <a:gd name="adj2" fmla="val -22500"/>
                </a:avLst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/>
                  <a:t>Code coverage = 100%</a:t>
                </a:r>
              </a:p>
              <a:p>
                <a:pPr algn="ctr"/>
                <a:endParaRPr lang="en-US" dirty="0"/>
              </a:p>
              <a:p>
                <a:pPr algn="ctr"/>
                <a:r>
                  <a:rPr lang="en-US" sz="2000" dirty="0"/>
                  <a:t>Tests strength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𝑘𝑖𝑙𝑙𝑒𝑑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𝑘𝑖𝑙𝑙𝑒𝑑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𝑠𝑢𝑟𝑣𝑖𝑣𝑒𝑑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=100%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Speech Bubble: Rectangle 2">
                <a:extLst>
                  <a:ext uri="{FF2B5EF4-FFF2-40B4-BE49-F238E27FC236}">
                    <a16:creationId xmlns:a16="http://schemas.microsoft.com/office/drawing/2014/main" id="{4B3AB244-76F9-D6F3-6AFA-1A7B6ABBCC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131" y="2205821"/>
                <a:ext cx="4857893" cy="1393569"/>
              </a:xfrm>
              <a:prstGeom prst="wedgeRectCallout">
                <a:avLst>
                  <a:gd name="adj1" fmla="val -49558"/>
                  <a:gd name="adj2" fmla="val -22500"/>
                </a:avLst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peech Bubble: Rectangle 19">
            <a:extLst>
              <a:ext uri="{FF2B5EF4-FFF2-40B4-BE49-F238E27FC236}">
                <a16:creationId xmlns:a16="http://schemas.microsoft.com/office/drawing/2014/main" id="{603EF8F0-0947-8579-18D6-C29A756BF2F7}"/>
              </a:ext>
            </a:extLst>
          </p:cNvPr>
          <p:cNvSpPr/>
          <p:nvPr/>
        </p:nvSpPr>
        <p:spPr>
          <a:xfrm>
            <a:off x="7168052" y="2219500"/>
            <a:ext cx="1851922" cy="1382754"/>
          </a:xfrm>
          <a:prstGeom prst="wedgeRectCallout">
            <a:avLst>
              <a:gd name="adj1" fmla="val -63972"/>
              <a:gd name="adj2" fmla="val 23519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My unit testing suite is more robust now</a:t>
            </a:r>
          </a:p>
        </p:txBody>
      </p:sp>
    </p:spTree>
    <p:extLst>
      <p:ext uri="{BB962C8B-B14F-4D97-AF65-F5344CB8AC3E}">
        <p14:creationId xmlns:p14="http://schemas.microsoft.com/office/powerpoint/2010/main" val="2087400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8" grpId="0"/>
      <p:bldP spid="30" grpId="0" animBg="1"/>
      <p:bldP spid="38" grpId="0"/>
      <p:bldP spid="8" grpId="0"/>
      <p:bldP spid="9" grpId="0"/>
      <p:bldP spid="13" grpId="0"/>
      <p:bldP spid="15" grpId="0"/>
      <p:bldP spid="18" grpId="0"/>
      <p:bldP spid="40" grpId="0"/>
      <p:bldP spid="41" grpId="0"/>
      <p:bldP spid="3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179D3-1BD5-A06C-A3D5-329715146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356044B-F768-5E47-7D69-79E8D9874F3F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4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612B6F-ED3B-C937-C217-2DA813D26C41}"/>
              </a:ext>
            </a:extLst>
          </p:cNvPr>
          <p:cNvSpPr/>
          <p:nvPr/>
        </p:nvSpPr>
        <p:spPr>
          <a:xfrm>
            <a:off x="98901" y="145684"/>
            <a:ext cx="898310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0D1B3E"/>
                </a:solidFill>
              </a:rPr>
              <a:t>Pros and cons</a:t>
            </a:r>
            <a:endParaRPr lang="en-US" sz="28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C85034-9A0D-BB22-BAAD-0AFB8729180E}"/>
              </a:ext>
            </a:extLst>
          </p:cNvPr>
          <p:cNvSpPr/>
          <p:nvPr/>
        </p:nvSpPr>
        <p:spPr>
          <a:xfrm>
            <a:off x="614995" y="744468"/>
            <a:ext cx="3333918" cy="31559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Advantages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7F4033-AE55-3B91-0E86-FDFFFD9ECE17}"/>
              </a:ext>
            </a:extLst>
          </p:cNvPr>
          <p:cNvSpPr/>
          <p:nvPr/>
        </p:nvSpPr>
        <p:spPr>
          <a:xfrm>
            <a:off x="5377157" y="744468"/>
            <a:ext cx="3333918" cy="31559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Disadvantages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611E8F-BE64-FC6A-933A-9E722C812F97}"/>
              </a:ext>
            </a:extLst>
          </p:cNvPr>
          <p:cNvSpPr txBox="1"/>
          <p:nvPr/>
        </p:nvSpPr>
        <p:spPr>
          <a:xfrm>
            <a:off x="98901" y="1287725"/>
            <a:ext cx="4804872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</a:rPr>
              <a:t>Exposes weak tests (tests that don’t verify behavior fully)</a:t>
            </a:r>
          </a:p>
          <a:p>
            <a:pPr marL="285750" indent="-28575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Checks the ability the capture bugs automatically </a:t>
            </a:r>
            <a:r>
              <a:rPr lang="en-US" sz="1600" b="1" dirty="0"/>
              <a:t>at scale</a:t>
            </a:r>
            <a:r>
              <a:rPr lang="en-US" sz="1600" dirty="0"/>
              <a:t>.</a:t>
            </a:r>
          </a:p>
          <a:p>
            <a:pPr marL="285750" indent="-28575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Can be automated </a:t>
            </a:r>
            <a:r>
              <a:rPr lang="en-US" sz="1600" dirty="0"/>
              <a:t>through libraries, don’t need a human writing the mutation tests.</a:t>
            </a:r>
          </a:p>
          <a:p>
            <a:pPr marL="285750" indent="-28575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Provides you with a new perspective when writing code (would this implementation be caught by a mutation test?)</a:t>
            </a:r>
          </a:p>
          <a:p>
            <a:pPr marL="285750" indent="-28575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Provides </a:t>
            </a:r>
            <a:r>
              <a:rPr lang="en-US" sz="1600" b="1" dirty="0"/>
              <a:t>a new safety net</a:t>
            </a:r>
            <a:r>
              <a:rPr lang="en-US" sz="1600" dirty="0"/>
              <a:t> against code created by agents.</a:t>
            </a:r>
            <a:endParaRPr lang="en-US" sz="1600" b="0" i="0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3FBEC1-ACAA-E8C2-41FA-0E52DC2969A1}"/>
              </a:ext>
            </a:extLst>
          </p:cNvPr>
          <p:cNvSpPr txBox="1"/>
          <p:nvPr/>
        </p:nvSpPr>
        <p:spPr>
          <a:xfrm>
            <a:off x="5089889" y="1287725"/>
            <a:ext cx="3908453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</a:rPr>
              <a:t>Slow</a:t>
            </a:r>
          </a:p>
          <a:p>
            <a:pPr marL="285750" indent="-28575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You depend on the library used and its support</a:t>
            </a:r>
          </a:p>
          <a:p>
            <a:pPr marL="285750" indent="-28575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It may not have full support on some languages (it does in Java and Python at least)</a:t>
            </a:r>
          </a:p>
          <a:p>
            <a:pPr marL="285750" indent="-28575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Only meant to be used with unit tests, not integration tests.</a:t>
            </a:r>
          </a:p>
          <a:p>
            <a:pPr marL="285750" indent="-28575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en-US" sz="16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72403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B18CB-AFE7-BF25-7559-4B553BB63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B0958E-07DB-7F9B-25EE-192BD68EFC6C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A4B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4EC028E-9AA5-6BF6-C88A-CC262CC1DAC0}"/>
              </a:ext>
            </a:extLst>
          </p:cNvPr>
          <p:cNvSpPr/>
          <p:nvPr/>
        </p:nvSpPr>
        <p:spPr>
          <a:xfrm>
            <a:off x="98901" y="145684"/>
            <a:ext cx="898310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3E"/>
                </a:solidFill>
              </a:rPr>
              <a:t>How to use it in your continuous integration pipeline</a:t>
            </a:r>
            <a:endParaRPr lang="en-US" sz="2800" baseline="30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487C99-33EE-91C9-7E78-3E8E5F16C7C4}"/>
              </a:ext>
            </a:extLst>
          </p:cNvPr>
          <p:cNvSpPr txBox="1"/>
          <p:nvPr/>
        </p:nvSpPr>
        <p:spPr>
          <a:xfrm>
            <a:off x="392237" y="763562"/>
            <a:ext cx="855732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Pick your library according to your language (in Java we have </a:t>
            </a:r>
            <a:r>
              <a:rPr lang="en-US" b="1" i="0" dirty="0" err="1">
                <a:effectLst/>
              </a:rPr>
              <a:t>pitest</a:t>
            </a:r>
            <a:r>
              <a:rPr lang="en-US" b="0" i="0" dirty="0">
                <a:effectLst/>
              </a:rPr>
              <a:t>)</a:t>
            </a:r>
          </a:p>
          <a:p>
            <a:pPr marL="742950" lvl="1" indent="-285750" fontAlgn="base">
              <a:buFontTx/>
              <a:buChar char="-"/>
            </a:pPr>
            <a:r>
              <a:rPr lang="en-US" sz="1400" dirty="0"/>
              <a:t>Import it into your repository and make sure you can run it on default mode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dirty="0"/>
              <a:t>Create a </a:t>
            </a:r>
            <a:r>
              <a:rPr lang="en-US" dirty="0" err="1"/>
              <a:t>github</a:t>
            </a:r>
            <a:r>
              <a:rPr lang="en-US" dirty="0"/>
              <a:t> workflow that runs mutation testing</a:t>
            </a:r>
            <a:r>
              <a:rPr lang="en-US" baseline="30000" dirty="0"/>
              <a:t>:</a:t>
            </a:r>
            <a:endParaRPr lang="en-US" dirty="0"/>
          </a:p>
          <a:p>
            <a:pPr marL="800100" lvl="1" indent="-342900" fontAlgn="base">
              <a:buFont typeface="+mj-lt"/>
              <a:buAutoNum type="arabicPeriod"/>
            </a:pPr>
            <a:r>
              <a:rPr lang="en-US" sz="1400" dirty="0"/>
              <a:t>Runs on every PR and when new code is pushed to the main branch (to update baseline)</a:t>
            </a:r>
          </a:p>
          <a:p>
            <a:pPr lvl="2" fontAlgn="base"/>
            <a:r>
              <a:rPr lang="en-US" sz="1200" i="1" dirty="0"/>
              <a:t>Alternative: some experts (Uncle Bob) prefer to embed this technique in the agentic workflow within + TDD.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en-US" sz="1400" dirty="0"/>
              <a:t>Set up branch code in virtual environment</a:t>
            </a:r>
            <a:endParaRPr lang="en-US" sz="1400" baseline="30000" dirty="0"/>
          </a:p>
          <a:p>
            <a:pPr marL="800100" lvl="1" indent="-342900" fontAlgn="base">
              <a:buFont typeface="+mj-lt"/>
              <a:buAutoNum type="arabicPeriod"/>
            </a:pPr>
            <a:r>
              <a:rPr lang="en-US" sz="1400" dirty="0"/>
              <a:t>Define mutation engine (what mutators to generate)</a:t>
            </a:r>
            <a:endParaRPr lang="en-US" sz="1400" baseline="30000" dirty="0"/>
          </a:p>
          <a:p>
            <a:pPr marL="800100" lvl="1" indent="-342900" fontAlgn="base">
              <a:buFont typeface="+mj-lt"/>
              <a:buAutoNum type="arabicPeriod"/>
            </a:pPr>
            <a:r>
              <a:rPr lang="en-US" sz="1400" dirty="0"/>
              <a:t>Define scope (suggested: classes that are changing in this PR)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en-US" sz="1400" dirty="0"/>
              <a:t>Execute mutation testing and compare to baseline (this will make it faster)</a:t>
            </a:r>
            <a:endParaRPr lang="en-US" sz="1400" baseline="30000" dirty="0"/>
          </a:p>
          <a:p>
            <a:pPr marL="800100" lvl="1" indent="-342900" fontAlgn="base">
              <a:buFont typeface="+mj-lt"/>
              <a:buAutoNum type="arabicPeriod"/>
            </a:pPr>
            <a:r>
              <a:rPr lang="en-US" sz="1400" dirty="0"/>
              <a:t>Upload mutation testing report to the cloud so it can be reviewed</a:t>
            </a:r>
            <a:endParaRPr lang="en-US" sz="1400" baseline="30000" dirty="0"/>
          </a:p>
          <a:p>
            <a:pPr marL="800100" lvl="1" indent="-342900" fontAlgn="base">
              <a:buFont typeface="+mj-lt"/>
              <a:buAutoNum type="arabicPeriod"/>
            </a:pPr>
            <a:r>
              <a:rPr lang="en-US" sz="1400" dirty="0"/>
              <a:t>Post metrics on the PR and interpretation instructions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en-US" sz="1400" dirty="0"/>
              <a:t>Recommendation: don’t enforce a strict PR passing rule (a quality gate) in the beginning, let the team understand this technique first.</a:t>
            </a:r>
          </a:p>
          <a:p>
            <a:pPr marL="800100" lvl="1" indent="-342900" fontAlgn="base">
              <a:buFont typeface="+mj-lt"/>
              <a:buAutoNum type="arabicPeriod"/>
            </a:pPr>
            <a:endParaRPr lang="en-US" sz="16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dirty="0"/>
              <a:t>Ask your agent for more ideas or modifications to the workflow</a:t>
            </a:r>
          </a:p>
        </p:txBody>
      </p:sp>
    </p:spTree>
    <p:extLst>
      <p:ext uri="{BB962C8B-B14F-4D97-AF65-F5344CB8AC3E}">
        <p14:creationId xmlns:p14="http://schemas.microsoft.com/office/powerpoint/2010/main" val="3339437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bb60b32-d296-4ac6-92fa-e3b0520f5501}" enabled="1" method="Standard" siteId="{49793faf-eb3f-4d99-a0cf-aef7cce79dc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3655</TotalTime>
  <Words>882</Words>
  <Application>Microsoft Office PowerPoint</Application>
  <PresentationFormat>On-screen Show (16:9)</PresentationFormat>
  <Paragraphs>144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Self-Coding to Managing Agents in Parallel</dc:title>
  <dc:subject>PptxGenJS Presentation</dc:subject>
  <dc:creator>American Airlines OR Team</dc:creator>
  <cp:lastModifiedBy>Francisco Zenteno Smith</cp:lastModifiedBy>
  <cp:revision>4</cp:revision>
  <dcterms:created xsi:type="dcterms:W3CDTF">2026-04-01T14:13:26Z</dcterms:created>
  <dcterms:modified xsi:type="dcterms:W3CDTF">2026-07-31T21:22:32Z</dcterms:modified>
</cp:coreProperties>
</file>